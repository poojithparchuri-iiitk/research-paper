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
  </p:notesMasterIdLst>
  <p:sldIdLst>
    <p:sldId id="257" r:id="rId2"/>
    <p:sldId id="258" r:id="rId3"/>
    <p:sldId id="259" r:id="rId4"/>
    <p:sldId id="262" r:id="rId5"/>
    <p:sldId id="263" r:id="rId6"/>
    <p:sldId id="264" r:id="rId7"/>
    <p:sldId id="265" r:id="rId8"/>
    <p:sldId id="266" r:id="rId9"/>
    <p:sldId id="267" r:id="rId10"/>
    <p:sldId id="268"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5E6214-4425-8F9C-8E2F-11B92BB02A68}" v="901" dt="2026-06-27T08:34:37.844"/>
    <p1510:client id="{985F85B0-DF24-88F3-5BEB-5234632BFFD5}" v="287" dt="2026-06-27T07:24:46.12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trii Roy" userId="S::r.atrii@op.iitg.ac.in::0d8f07c6-a5a9-4f37-b3cf-4217db6155fc" providerId="AD" clId="Web-{985F85B0-DF24-88F3-5BEB-5234632BFFD5}"/>
    <pc:docChg chg="addSld modSld">
      <pc:chgData name="Atrii Roy" userId="S::r.atrii@op.iitg.ac.in::0d8f07c6-a5a9-4f37-b3cf-4217db6155fc" providerId="AD" clId="Web-{985F85B0-DF24-88F3-5BEB-5234632BFFD5}" dt="2026-06-27T07:24:46.122" v="217"/>
      <pc:docMkLst>
        <pc:docMk/>
      </pc:docMkLst>
      <pc:sldChg chg="modSp">
        <pc:chgData name="Atrii Roy" userId="S::r.atrii@op.iitg.ac.in::0d8f07c6-a5a9-4f37-b3cf-4217db6155fc" providerId="AD" clId="Web-{985F85B0-DF24-88F3-5BEB-5234632BFFD5}" dt="2026-06-27T07:10:54.646" v="15" actId="20577"/>
        <pc:sldMkLst>
          <pc:docMk/>
          <pc:sldMk cId="109857222" sldId="256"/>
        </pc:sldMkLst>
        <pc:spChg chg="mod">
          <ac:chgData name="Atrii Roy" userId="S::r.atrii@op.iitg.ac.in::0d8f07c6-a5a9-4f37-b3cf-4217db6155fc" providerId="AD" clId="Web-{985F85B0-DF24-88F3-5BEB-5234632BFFD5}" dt="2026-06-27T07:10:54.646" v="15" actId="20577"/>
          <ac:spMkLst>
            <pc:docMk/>
            <pc:sldMk cId="109857222" sldId="256"/>
            <ac:spMk id="3" creationId="{00000000-0000-0000-0000-000000000000}"/>
          </ac:spMkLst>
        </pc:spChg>
      </pc:sldChg>
      <pc:sldChg chg="addSp modSp new">
        <pc:chgData name="Atrii Roy" userId="S::r.atrii@op.iitg.ac.in::0d8f07c6-a5a9-4f37-b3cf-4217db6155fc" providerId="AD" clId="Web-{985F85B0-DF24-88F3-5BEB-5234632BFFD5}" dt="2026-06-27T07:21:29.636" v="186" actId="1076"/>
        <pc:sldMkLst>
          <pc:docMk/>
          <pc:sldMk cId="220549340" sldId="257"/>
        </pc:sldMkLst>
        <pc:spChg chg="add mod">
          <ac:chgData name="Atrii Roy" userId="S::r.atrii@op.iitg.ac.in::0d8f07c6-a5a9-4f37-b3cf-4217db6155fc" providerId="AD" clId="Web-{985F85B0-DF24-88F3-5BEB-5234632BFFD5}" dt="2026-06-27T07:10:39.864" v="13" actId="20577"/>
          <ac:spMkLst>
            <pc:docMk/>
            <pc:sldMk cId="220549340" sldId="257"/>
            <ac:spMk id="2" creationId="{9D8E760E-EB11-77C9-C1CB-711E4ADFB9A2}"/>
          </ac:spMkLst>
        </pc:spChg>
        <pc:spChg chg="add mod">
          <ac:chgData name="Atrii Roy" userId="S::r.atrii@op.iitg.ac.in::0d8f07c6-a5a9-4f37-b3cf-4217db6155fc" providerId="AD" clId="Web-{985F85B0-DF24-88F3-5BEB-5234632BFFD5}" dt="2026-06-27T07:11:54.741" v="29" actId="1076"/>
          <ac:spMkLst>
            <pc:docMk/>
            <pc:sldMk cId="220549340" sldId="257"/>
            <ac:spMk id="3" creationId="{9A6C0180-F476-6AF5-2C0E-8A2103FEFE07}"/>
          </ac:spMkLst>
        </pc:spChg>
        <pc:spChg chg="add mod">
          <ac:chgData name="Atrii Roy" userId="S::r.atrii@op.iitg.ac.in::0d8f07c6-a5a9-4f37-b3cf-4217db6155fc" providerId="AD" clId="Web-{985F85B0-DF24-88F3-5BEB-5234632BFFD5}" dt="2026-06-27T07:12:32.647" v="35" actId="20577"/>
          <ac:spMkLst>
            <pc:docMk/>
            <pc:sldMk cId="220549340" sldId="257"/>
            <ac:spMk id="4" creationId="{3959DD36-77E8-01DC-6A2E-DB252AA255FB}"/>
          </ac:spMkLst>
        </pc:spChg>
        <pc:spChg chg="add mod">
          <ac:chgData name="Atrii Roy" userId="S::r.atrii@op.iitg.ac.in::0d8f07c6-a5a9-4f37-b3cf-4217db6155fc" providerId="AD" clId="Web-{985F85B0-DF24-88F3-5BEB-5234632BFFD5}" dt="2026-06-27T07:13:23.289" v="50" actId="20577"/>
          <ac:spMkLst>
            <pc:docMk/>
            <pc:sldMk cId="220549340" sldId="257"/>
            <ac:spMk id="5" creationId="{56637D72-7373-99F2-3964-13F39A5F0093}"/>
          </ac:spMkLst>
        </pc:spChg>
        <pc:spChg chg="add mod">
          <ac:chgData name="Atrii Roy" userId="S::r.atrii@op.iitg.ac.in::0d8f07c6-a5a9-4f37-b3cf-4217db6155fc" providerId="AD" clId="Web-{985F85B0-DF24-88F3-5BEB-5234632BFFD5}" dt="2026-06-27T07:21:29.636" v="186" actId="1076"/>
          <ac:spMkLst>
            <pc:docMk/>
            <pc:sldMk cId="220549340" sldId="257"/>
            <ac:spMk id="6" creationId="{A0F89A8B-1F59-2DCB-DAD0-5166A747E744}"/>
          </ac:spMkLst>
        </pc:spChg>
      </pc:sldChg>
      <pc:sldChg chg="addSp delSp modSp add replId">
        <pc:chgData name="Atrii Roy" userId="S::r.atrii@op.iitg.ac.in::0d8f07c6-a5a9-4f37-b3cf-4217db6155fc" providerId="AD" clId="Web-{985F85B0-DF24-88F3-5BEB-5234632BFFD5}" dt="2026-06-27T07:21:43.964" v="191" actId="1076"/>
        <pc:sldMkLst>
          <pc:docMk/>
          <pc:sldMk cId="989032902" sldId="258"/>
        </pc:sldMkLst>
        <pc:spChg chg="mod">
          <ac:chgData name="Atrii Roy" userId="S::r.atrii@op.iitg.ac.in::0d8f07c6-a5a9-4f37-b3cf-4217db6155fc" providerId="AD" clId="Web-{985F85B0-DF24-88F3-5BEB-5234632BFFD5}" dt="2026-06-27T07:15:36.243" v="69" actId="20577"/>
          <ac:spMkLst>
            <pc:docMk/>
            <pc:sldMk cId="989032902" sldId="258"/>
            <ac:spMk id="2" creationId="{DE7D23A0-4809-5CEE-D182-D75C6989B8BD}"/>
          </ac:spMkLst>
        </pc:spChg>
        <pc:spChg chg="mod">
          <ac:chgData name="Atrii Roy" userId="S::r.atrii@op.iitg.ac.in::0d8f07c6-a5a9-4f37-b3cf-4217db6155fc" providerId="AD" clId="Web-{985F85B0-DF24-88F3-5BEB-5234632BFFD5}" dt="2026-06-27T07:21:43.964" v="191" actId="1076"/>
          <ac:spMkLst>
            <pc:docMk/>
            <pc:sldMk cId="989032902" sldId="258"/>
            <ac:spMk id="3" creationId="{CB67970D-7637-069D-AAF9-AE07F7B35183}"/>
          </ac:spMkLst>
        </pc:spChg>
        <pc:spChg chg="del">
          <ac:chgData name="Atrii Roy" userId="S::r.atrii@op.iitg.ac.in::0d8f07c6-a5a9-4f37-b3cf-4217db6155fc" providerId="AD" clId="Web-{985F85B0-DF24-88F3-5BEB-5234632BFFD5}" dt="2026-06-27T07:18:08.713" v="116"/>
          <ac:spMkLst>
            <pc:docMk/>
            <pc:sldMk cId="989032902" sldId="258"/>
            <ac:spMk id="4" creationId="{AEEDB935-856F-6835-3DE2-AC8B051413E9}"/>
          </ac:spMkLst>
        </pc:spChg>
        <pc:spChg chg="del mod">
          <ac:chgData name="Atrii Roy" userId="S::r.atrii@op.iitg.ac.in::0d8f07c6-a5a9-4f37-b3cf-4217db6155fc" providerId="AD" clId="Web-{985F85B0-DF24-88F3-5BEB-5234632BFFD5}" dt="2026-06-27T07:18:10.119" v="117"/>
          <ac:spMkLst>
            <pc:docMk/>
            <pc:sldMk cId="989032902" sldId="258"/>
            <ac:spMk id="5" creationId="{F187A166-E2BC-8986-9E3A-2DF64C098016}"/>
          </ac:spMkLst>
        </pc:spChg>
        <pc:spChg chg="mod">
          <ac:chgData name="Atrii Roy" userId="S::r.atrii@op.iitg.ac.in::0d8f07c6-a5a9-4f37-b3cf-4217db6155fc" providerId="AD" clId="Web-{985F85B0-DF24-88F3-5BEB-5234632BFFD5}" dt="2026-06-27T07:21:37.792" v="189" actId="1076"/>
          <ac:spMkLst>
            <pc:docMk/>
            <pc:sldMk cId="989032902" sldId="258"/>
            <ac:spMk id="6" creationId="{5DF5EE0B-BB4C-42F3-64D3-BAA17565E675}"/>
          </ac:spMkLst>
        </pc:spChg>
        <pc:spChg chg="add del">
          <ac:chgData name="Atrii Roy" userId="S::r.atrii@op.iitg.ac.in::0d8f07c6-a5a9-4f37-b3cf-4217db6155fc" providerId="AD" clId="Web-{985F85B0-DF24-88F3-5BEB-5234632BFFD5}" dt="2026-06-27T07:17:53.400" v="108"/>
          <ac:spMkLst>
            <pc:docMk/>
            <pc:sldMk cId="989032902" sldId="258"/>
            <ac:spMk id="7" creationId="{0FCF7A9F-717C-4B7A-9809-6AE8CC5A66DB}"/>
          </ac:spMkLst>
        </pc:spChg>
        <pc:spChg chg="add del">
          <ac:chgData name="Atrii Roy" userId="S::r.atrii@op.iitg.ac.in::0d8f07c6-a5a9-4f37-b3cf-4217db6155fc" providerId="AD" clId="Web-{985F85B0-DF24-88F3-5BEB-5234632BFFD5}" dt="2026-06-27T07:19:51.167" v="148"/>
          <ac:spMkLst>
            <pc:docMk/>
            <pc:sldMk cId="989032902" sldId="258"/>
            <ac:spMk id="8" creationId="{A0C37F0A-3E0D-C160-2AE0-BCC49201806E}"/>
          </ac:spMkLst>
        </pc:spChg>
        <pc:spChg chg="add mod">
          <ac:chgData name="Atrii Roy" userId="S::r.atrii@op.iitg.ac.in::0d8f07c6-a5a9-4f37-b3cf-4217db6155fc" providerId="AD" clId="Web-{985F85B0-DF24-88F3-5BEB-5234632BFFD5}" dt="2026-06-27T07:20:35.667" v="169" actId="1076"/>
          <ac:spMkLst>
            <pc:docMk/>
            <pc:sldMk cId="989032902" sldId="258"/>
            <ac:spMk id="9" creationId="{8653016A-A98B-1981-330C-50A1DCA2C6E9}"/>
          </ac:spMkLst>
        </pc:spChg>
        <pc:spChg chg="add mod">
          <ac:chgData name="Atrii Roy" userId="S::r.atrii@op.iitg.ac.in::0d8f07c6-a5a9-4f37-b3cf-4217db6155fc" providerId="AD" clId="Web-{985F85B0-DF24-88F3-5BEB-5234632BFFD5}" dt="2026-06-27T07:20:54.745" v="170" actId="1076"/>
          <ac:spMkLst>
            <pc:docMk/>
            <pc:sldMk cId="989032902" sldId="258"/>
            <ac:spMk id="10" creationId="{2DE62E89-02F3-C36A-048C-03161D92F817}"/>
          </ac:spMkLst>
        </pc:spChg>
      </pc:sldChg>
      <pc:sldChg chg="addSp delSp modSp add replId">
        <pc:chgData name="Atrii Roy" userId="S::r.atrii@op.iitg.ac.in::0d8f07c6-a5a9-4f37-b3cf-4217db6155fc" providerId="AD" clId="Web-{985F85B0-DF24-88F3-5BEB-5234632BFFD5}" dt="2026-06-27T07:24:46.122" v="217"/>
        <pc:sldMkLst>
          <pc:docMk/>
          <pc:sldMk cId="2440125920" sldId="259"/>
        </pc:sldMkLst>
        <pc:spChg chg="mod">
          <ac:chgData name="Atrii Roy" userId="S::r.atrii@op.iitg.ac.in::0d8f07c6-a5a9-4f37-b3cf-4217db6155fc" providerId="AD" clId="Web-{985F85B0-DF24-88F3-5BEB-5234632BFFD5}" dt="2026-06-27T07:23:10.152" v="196" actId="1076"/>
          <ac:spMkLst>
            <pc:docMk/>
            <pc:sldMk cId="2440125920" sldId="259"/>
            <ac:spMk id="2" creationId="{CA080FE8-16CA-B7F2-7792-FEC8ED958F70}"/>
          </ac:spMkLst>
        </pc:spChg>
        <pc:spChg chg="del">
          <ac:chgData name="Atrii Roy" userId="S::r.atrii@op.iitg.ac.in::0d8f07c6-a5a9-4f37-b3cf-4217db6155fc" providerId="AD" clId="Web-{985F85B0-DF24-88F3-5BEB-5234632BFFD5}" dt="2026-06-27T07:23:15.043" v="197"/>
          <ac:spMkLst>
            <pc:docMk/>
            <pc:sldMk cId="2440125920" sldId="259"/>
            <ac:spMk id="3" creationId="{70B856A2-0440-77A1-D56C-F77CBCC76D75}"/>
          </ac:spMkLst>
        </pc:spChg>
        <pc:spChg chg="mod">
          <ac:chgData name="Atrii Roy" userId="S::r.atrii@op.iitg.ac.in::0d8f07c6-a5a9-4f37-b3cf-4217db6155fc" providerId="AD" clId="Web-{985F85B0-DF24-88F3-5BEB-5234632BFFD5}" dt="2026-06-27T07:23:52.262" v="210" actId="1076"/>
          <ac:spMkLst>
            <pc:docMk/>
            <pc:sldMk cId="2440125920" sldId="259"/>
            <ac:spMk id="6" creationId="{2304B3E3-E9E7-6436-4D4F-49460EA1CD0D}"/>
          </ac:spMkLst>
        </pc:spChg>
        <pc:spChg chg="del">
          <ac:chgData name="Atrii Roy" userId="S::r.atrii@op.iitg.ac.in::0d8f07c6-a5a9-4f37-b3cf-4217db6155fc" providerId="AD" clId="Web-{985F85B0-DF24-88F3-5BEB-5234632BFFD5}" dt="2026-06-27T07:23:19.090" v="199"/>
          <ac:spMkLst>
            <pc:docMk/>
            <pc:sldMk cId="2440125920" sldId="259"/>
            <ac:spMk id="9" creationId="{C753ABD1-2BFB-1449-1CE4-75508C5A43A1}"/>
          </ac:spMkLst>
        </pc:spChg>
        <pc:spChg chg="del">
          <ac:chgData name="Atrii Roy" userId="S::r.atrii@op.iitg.ac.in::0d8f07c6-a5a9-4f37-b3cf-4217db6155fc" providerId="AD" clId="Web-{985F85B0-DF24-88F3-5BEB-5234632BFFD5}" dt="2026-06-27T07:23:16.777" v="198"/>
          <ac:spMkLst>
            <pc:docMk/>
            <pc:sldMk cId="2440125920" sldId="259"/>
            <ac:spMk id="10" creationId="{69F7CD5E-5631-C5BE-1DBA-0631D0867168}"/>
          </ac:spMkLst>
        </pc:spChg>
        <pc:picChg chg="add del mod modCrop">
          <ac:chgData name="Atrii Roy" userId="S::r.atrii@op.iitg.ac.in::0d8f07c6-a5a9-4f37-b3cf-4217db6155fc" providerId="AD" clId="Web-{985F85B0-DF24-88F3-5BEB-5234632BFFD5}" dt="2026-06-27T07:24:46.122" v="217"/>
          <ac:picMkLst>
            <pc:docMk/>
            <pc:sldMk cId="2440125920" sldId="259"/>
            <ac:picMk id="4" creationId="{8925227A-C247-E8FE-FA47-BB030608F20D}"/>
          </ac:picMkLst>
        </pc:picChg>
      </pc:sldChg>
    </pc:docChg>
  </pc:docChgLst>
  <pc:docChgLst>
    <pc:chgData name="Atrii Roy" userId="S::r.atrii@op.iitg.ac.in::0d8f07c6-a5a9-4f37-b3cf-4217db6155fc" providerId="AD" clId="Web-{2C5E6214-4425-8F9C-8E2F-11B92BB02A68}"/>
    <pc:docChg chg="addSld delSld modSld">
      <pc:chgData name="Atrii Roy" userId="S::r.atrii@op.iitg.ac.in::0d8f07c6-a5a9-4f37-b3cf-4217db6155fc" providerId="AD" clId="Web-{2C5E6214-4425-8F9C-8E2F-11B92BB02A68}" dt="2026-06-27T08:34:37.844" v="624" actId="1076"/>
      <pc:docMkLst>
        <pc:docMk/>
      </pc:docMkLst>
      <pc:sldChg chg="del">
        <pc:chgData name="Atrii Roy" userId="S::r.atrii@op.iitg.ac.in::0d8f07c6-a5a9-4f37-b3cf-4217db6155fc" providerId="AD" clId="Web-{2C5E6214-4425-8F9C-8E2F-11B92BB02A68}" dt="2026-06-27T07:57:03.806" v="88"/>
        <pc:sldMkLst>
          <pc:docMk/>
          <pc:sldMk cId="109857222" sldId="256"/>
        </pc:sldMkLst>
      </pc:sldChg>
      <pc:sldChg chg="modSp">
        <pc:chgData name="Atrii Roy" userId="S::r.atrii@op.iitg.ac.in::0d8f07c6-a5a9-4f37-b3cf-4217db6155fc" providerId="AD" clId="Web-{2C5E6214-4425-8F9C-8E2F-11B92BB02A68}" dt="2026-06-27T08:34:37.844" v="624" actId="1076"/>
        <pc:sldMkLst>
          <pc:docMk/>
          <pc:sldMk cId="220549340" sldId="257"/>
        </pc:sldMkLst>
        <pc:spChg chg="mod">
          <ac:chgData name="Atrii Roy" userId="S::r.atrii@op.iitg.ac.in::0d8f07c6-a5a9-4f37-b3cf-4217db6155fc" providerId="AD" clId="Web-{2C5E6214-4425-8F9C-8E2F-11B92BB02A68}" dt="2026-06-27T08:34:34.985" v="623" actId="1076"/>
          <ac:spMkLst>
            <pc:docMk/>
            <pc:sldMk cId="220549340" sldId="257"/>
            <ac:spMk id="4" creationId="{3959DD36-77E8-01DC-6A2E-DB252AA255FB}"/>
          </ac:spMkLst>
        </pc:spChg>
        <pc:spChg chg="mod">
          <ac:chgData name="Atrii Roy" userId="S::r.atrii@op.iitg.ac.in::0d8f07c6-a5a9-4f37-b3cf-4217db6155fc" providerId="AD" clId="Web-{2C5E6214-4425-8F9C-8E2F-11B92BB02A68}" dt="2026-06-27T08:34:37.844" v="624" actId="1076"/>
          <ac:spMkLst>
            <pc:docMk/>
            <pc:sldMk cId="220549340" sldId="257"/>
            <ac:spMk id="5" creationId="{56637D72-7373-99F2-3964-13F39A5F0093}"/>
          </ac:spMkLst>
        </pc:spChg>
      </pc:sldChg>
      <pc:sldChg chg="addSp modSp">
        <pc:chgData name="Atrii Roy" userId="S::r.atrii@op.iitg.ac.in::0d8f07c6-a5a9-4f37-b3cf-4217db6155fc" providerId="AD" clId="Web-{2C5E6214-4425-8F9C-8E2F-11B92BB02A68}" dt="2026-06-27T07:25:40.815" v="7" actId="1076"/>
        <pc:sldMkLst>
          <pc:docMk/>
          <pc:sldMk cId="2440125920" sldId="259"/>
        </pc:sldMkLst>
        <pc:picChg chg="add mod modCrop">
          <ac:chgData name="Atrii Roy" userId="S::r.atrii@op.iitg.ac.in::0d8f07c6-a5a9-4f37-b3cf-4217db6155fc" providerId="AD" clId="Web-{2C5E6214-4425-8F9C-8E2F-11B92BB02A68}" dt="2026-06-27T07:25:40.815" v="7" actId="1076"/>
          <ac:picMkLst>
            <pc:docMk/>
            <pc:sldMk cId="2440125920" sldId="259"/>
            <ac:picMk id="3" creationId="{88941C88-E317-3857-A5A9-34A6BD0FD72B}"/>
          </ac:picMkLst>
        </pc:picChg>
      </pc:sldChg>
      <pc:sldChg chg="addSp delSp modSp add del replId">
        <pc:chgData name="Atrii Roy" userId="S::r.atrii@op.iitg.ac.in::0d8f07c6-a5a9-4f37-b3cf-4217db6155fc" providerId="AD" clId="Web-{2C5E6214-4425-8F9C-8E2F-11B92BB02A68}" dt="2026-06-27T07:55:05.305" v="15"/>
        <pc:sldMkLst>
          <pc:docMk/>
          <pc:sldMk cId="3787271876" sldId="260"/>
        </pc:sldMkLst>
        <pc:spChg chg="mod">
          <ac:chgData name="Atrii Roy" userId="S::r.atrii@op.iitg.ac.in::0d8f07c6-a5a9-4f37-b3cf-4217db6155fc" providerId="AD" clId="Web-{2C5E6214-4425-8F9C-8E2F-11B92BB02A68}" dt="2026-06-27T07:26:39.268" v="10" actId="20577"/>
          <ac:spMkLst>
            <pc:docMk/>
            <pc:sldMk cId="3787271876" sldId="260"/>
            <ac:spMk id="2" creationId="{CCDFF34C-CC86-7D44-100B-7CAAEA619434}"/>
          </ac:spMkLst>
        </pc:spChg>
        <pc:picChg chg="del">
          <ac:chgData name="Atrii Roy" userId="S::r.atrii@op.iitg.ac.in::0d8f07c6-a5a9-4f37-b3cf-4217db6155fc" providerId="AD" clId="Web-{2C5E6214-4425-8F9C-8E2F-11B92BB02A68}" dt="2026-06-27T07:54:39.852" v="12"/>
          <ac:picMkLst>
            <pc:docMk/>
            <pc:sldMk cId="3787271876" sldId="260"/>
            <ac:picMk id="3" creationId="{C3FC065B-5D42-A4D7-BE27-B8C3D6407711}"/>
          </ac:picMkLst>
        </pc:picChg>
        <pc:picChg chg="del">
          <ac:chgData name="Atrii Roy" userId="S::r.atrii@op.iitg.ac.in::0d8f07c6-a5a9-4f37-b3cf-4217db6155fc" providerId="AD" clId="Web-{2C5E6214-4425-8F9C-8E2F-11B92BB02A68}" dt="2026-06-27T07:54:39.195" v="11"/>
          <ac:picMkLst>
            <pc:docMk/>
            <pc:sldMk cId="3787271876" sldId="260"/>
            <ac:picMk id="4" creationId="{DE9D147F-B59C-C4A9-BAB8-935B0BACD78F}"/>
          </ac:picMkLst>
        </pc:picChg>
        <pc:picChg chg="add mod">
          <ac:chgData name="Atrii Roy" userId="S::r.atrii@op.iitg.ac.in::0d8f07c6-a5a9-4f37-b3cf-4217db6155fc" providerId="AD" clId="Web-{2C5E6214-4425-8F9C-8E2F-11B92BB02A68}" dt="2026-06-27T07:54:44.820" v="13"/>
          <ac:picMkLst>
            <pc:docMk/>
            <pc:sldMk cId="3787271876" sldId="260"/>
            <ac:picMk id="5" creationId="{0D69841A-D566-02DB-4854-E7676CF8BAC9}"/>
          </ac:picMkLst>
        </pc:picChg>
      </pc:sldChg>
      <pc:sldChg chg="modSp add del replId">
        <pc:chgData name="Atrii Roy" userId="S::r.atrii@op.iitg.ac.in::0d8f07c6-a5a9-4f37-b3cf-4217db6155fc" providerId="AD" clId="Web-{2C5E6214-4425-8F9C-8E2F-11B92BB02A68}" dt="2026-06-27T07:55:28.446" v="19"/>
        <pc:sldMkLst>
          <pc:docMk/>
          <pc:sldMk cId="2896784273" sldId="261"/>
        </pc:sldMkLst>
        <pc:picChg chg="mod modCrop">
          <ac:chgData name="Atrii Roy" userId="S::r.atrii@op.iitg.ac.in::0d8f07c6-a5a9-4f37-b3cf-4217db6155fc" providerId="AD" clId="Web-{2C5E6214-4425-8F9C-8E2F-11B92BB02A68}" dt="2026-06-27T07:55:14.477" v="17"/>
          <ac:picMkLst>
            <pc:docMk/>
            <pc:sldMk cId="2896784273" sldId="261"/>
            <ac:picMk id="5" creationId="{8ECD9DA6-DEFD-D6B2-B15B-80DDF4B7DBB4}"/>
          </ac:picMkLst>
        </pc:picChg>
      </pc:sldChg>
      <pc:sldChg chg="modSp add replId">
        <pc:chgData name="Atrii Roy" userId="S::r.atrii@op.iitg.ac.in::0d8f07c6-a5a9-4f37-b3cf-4217db6155fc" providerId="AD" clId="Web-{2C5E6214-4425-8F9C-8E2F-11B92BB02A68}" dt="2026-06-27T07:56:56.822" v="86" actId="20577"/>
        <pc:sldMkLst>
          <pc:docMk/>
          <pc:sldMk cId="1644238907" sldId="262"/>
        </pc:sldMkLst>
        <pc:spChg chg="mod">
          <ac:chgData name="Atrii Roy" userId="S::r.atrii@op.iitg.ac.in::0d8f07c6-a5a9-4f37-b3cf-4217db6155fc" providerId="AD" clId="Web-{2C5E6214-4425-8F9C-8E2F-11B92BB02A68}" dt="2026-06-27T07:56:56.822" v="86" actId="20577"/>
          <ac:spMkLst>
            <pc:docMk/>
            <pc:sldMk cId="1644238907" sldId="262"/>
            <ac:spMk id="6" creationId="{619D08B4-F047-7DC8-D0C6-60B713BA91E9}"/>
          </ac:spMkLst>
        </pc:spChg>
        <pc:picChg chg="mod modCrop">
          <ac:chgData name="Atrii Roy" userId="S::r.atrii@op.iitg.ac.in::0d8f07c6-a5a9-4f37-b3cf-4217db6155fc" providerId="AD" clId="Web-{2C5E6214-4425-8F9C-8E2F-11B92BB02A68}" dt="2026-06-27T07:55:37.258" v="21"/>
          <ac:picMkLst>
            <pc:docMk/>
            <pc:sldMk cId="1644238907" sldId="262"/>
            <ac:picMk id="5" creationId="{71EBAF78-DA57-29CB-1FBE-234146FD218F}"/>
          </ac:picMkLst>
        </pc:picChg>
      </pc:sldChg>
      <pc:sldChg chg="addSp delSp modSp add modNotes">
        <pc:chgData name="Atrii Roy" userId="S::r.atrii@op.iitg.ac.in::0d8f07c6-a5a9-4f37-b3cf-4217db6155fc" providerId="AD" clId="Web-{2C5E6214-4425-8F9C-8E2F-11B92BB02A68}" dt="2026-06-27T08:00:56.345" v="142"/>
        <pc:sldMkLst>
          <pc:docMk/>
          <pc:sldMk cId="1352201344" sldId="263"/>
        </pc:sldMkLst>
        <pc:spChg chg="mod">
          <ac:chgData name="Atrii Roy" userId="S::r.atrii@op.iitg.ac.in::0d8f07c6-a5a9-4f37-b3cf-4217db6155fc" providerId="AD" clId="Web-{2C5E6214-4425-8F9C-8E2F-11B92BB02A68}" dt="2026-06-27T07:57:55.010" v="90" actId="20577"/>
          <ac:spMkLst>
            <pc:docMk/>
            <pc:sldMk cId="1352201344" sldId="263"/>
            <ac:spMk id="2" creationId="{555C47E0-7A23-1FF3-994F-E9E089C2B73E}"/>
          </ac:spMkLst>
        </pc:spChg>
        <pc:spChg chg="add del mod">
          <ac:chgData name="Atrii Roy" userId="S::r.atrii@op.iitg.ac.in::0d8f07c6-a5a9-4f37-b3cf-4217db6155fc" providerId="AD" clId="Web-{2C5E6214-4425-8F9C-8E2F-11B92BB02A68}" dt="2026-06-27T07:59:57.433" v="124"/>
          <ac:spMkLst>
            <pc:docMk/>
            <pc:sldMk cId="1352201344" sldId="263"/>
            <ac:spMk id="3" creationId="{1CDE1BB2-F1F7-278B-3E9B-7D716D21EE94}"/>
          </ac:spMkLst>
        </pc:spChg>
        <pc:spChg chg="add del">
          <ac:chgData name="Atrii Roy" userId="S::r.atrii@op.iitg.ac.in::0d8f07c6-a5a9-4f37-b3cf-4217db6155fc" providerId="AD" clId="Web-{2C5E6214-4425-8F9C-8E2F-11B92BB02A68}" dt="2026-06-27T07:59:54.464" v="122"/>
          <ac:spMkLst>
            <pc:docMk/>
            <pc:sldMk cId="1352201344" sldId="263"/>
            <ac:spMk id="4" creationId="{8160CC2B-91FD-B8A0-E8CB-BCD0E6A4D41D}"/>
          </ac:spMkLst>
        </pc:spChg>
        <pc:spChg chg="mod">
          <ac:chgData name="Atrii Roy" userId="S::r.atrii@op.iitg.ac.in::0d8f07c6-a5a9-4f37-b3cf-4217db6155fc" providerId="AD" clId="Web-{2C5E6214-4425-8F9C-8E2F-11B92BB02A68}" dt="2026-06-27T07:58:35.089" v="104" actId="1076"/>
          <ac:spMkLst>
            <pc:docMk/>
            <pc:sldMk cId="1352201344" sldId="263"/>
            <ac:spMk id="6" creationId="{619D08B4-F047-7DC8-D0C6-60B713BA91E9}"/>
          </ac:spMkLst>
        </pc:spChg>
        <pc:spChg chg="add mod">
          <ac:chgData name="Atrii Roy" userId="S::r.atrii@op.iitg.ac.in::0d8f07c6-a5a9-4f37-b3cf-4217db6155fc" providerId="AD" clId="Web-{2C5E6214-4425-8F9C-8E2F-11B92BB02A68}" dt="2026-06-27T08:00:40.813" v="139" actId="1076"/>
          <ac:spMkLst>
            <pc:docMk/>
            <pc:sldMk cId="1352201344" sldId="263"/>
            <ac:spMk id="7" creationId="{68901C9B-485D-50A7-B449-1A0016FA65C8}"/>
          </ac:spMkLst>
        </pc:spChg>
        <pc:spChg chg="add mod">
          <ac:chgData name="Atrii Roy" userId="S::r.atrii@op.iitg.ac.in::0d8f07c6-a5a9-4f37-b3cf-4217db6155fc" providerId="AD" clId="Web-{2C5E6214-4425-8F9C-8E2F-11B92BB02A68}" dt="2026-06-27T08:00:37.391" v="138" actId="1076"/>
          <ac:spMkLst>
            <pc:docMk/>
            <pc:sldMk cId="1352201344" sldId="263"/>
            <ac:spMk id="8" creationId="{0A4DB0CB-CDDB-55DC-7BC3-65FDE13EC330}"/>
          </ac:spMkLst>
        </pc:spChg>
        <pc:picChg chg="del">
          <ac:chgData name="Atrii Roy" userId="S::r.atrii@op.iitg.ac.in::0d8f07c6-a5a9-4f37-b3cf-4217db6155fc" providerId="AD" clId="Web-{2C5E6214-4425-8F9C-8E2F-11B92BB02A68}" dt="2026-06-27T07:57:57.057" v="91"/>
          <ac:picMkLst>
            <pc:docMk/>
            <pc:sldMk cId="1352201344" sldId="263"/>
            <ac:picMk id="5" creationId="{71EBAF78-DA57-29CB-1FBE-234146FD218F}"/>
          </ac:picMkLst>
        </pc:picChg>
      </pc:sldChg>
      <pc:sldChg chg="addSp delSp modSp add replId">
        <pc:chgData name="Atrii Roy" userId="S::r.atrii@op.iitg.ac.in::0d8f07c6-a5a9-4f37-b3cf-4217db6155fc" providerId="AD" clId="Web-{2C5E6214-4425-8F9C-8E2F-11B92BB02A68}" dt="2026-06-27T08:05:21.617" v="217" actId="1076"/>
        <pc:sldMkLst>
          <pc:docMk/>
          <pc:sldMk cId="3810775138" sldId="264"/>
        </pc:sldMkLst>
        <pc:spChg chg="mod">
          <ac:chgData name="Atrii Roy" userId="S::r.atrii@op.iitg.ac.in::0d8f07c6-a5a9-4f37-b3cf-4217db6155fc" providerId="AD" clId="Web-{2C5E6214-4425-8F9C-8E2F-11B92BB02A68}" dt="2026-06-27T08:01:46.142" v="147" actId="14100"/>
          <ac:spMkLst>
            <pc:docMk/>
            <pc:sldMk cId="3810775138" sldId="264"/>
            <ac:spMk id="2" creationId="{F4E1A0DD-3018-3B0D-E535-D5CC73F8153D}"/>
          </ac:spMkLst>
        </pc:spChg>
        <pc:spChg chg="mod">
          <ac:chgData name="Atrii Roy" userId="S::r.atrii@op.iitg.ac.in::0d8f07c6-a5a9-4f37-b3cf-4217db6155fc" providerId="AD" clId="Web-{2C5E6214-4425-8F9C-8E2F-11B92BB02A68}" dt="2026-06-27T08:05:08.070" v="214" actId="1076"/>
          <ac:spMkLst>
            <pc:docMk/>
            <pc:sldMk cId="3810775138" sldId="264"/>
            <ac:spMk id="6" creationId="{65945BFC-B898-F717-E00A-5CDD00194339}"/>
          </ac:spMkLst>
        </pc:spChg>
        <pc:spChg chg="del">
          <ac:chgData name="Atrii Roy" userId="S::r.atrii@op.iitg.ac.in::0d8f07c6-a5a9-4f37-b3cf-4217db6155fc" providerId="AD" clId="Web-{2C5E6214-4425-8F9C-8E2F-11B92BB02A68}" dt="2026-06-27T08:01:55.923" v="149"/>
          <ac:spMkLst>
            <pc:docMk/>
            <pc:sldMk cId="3810775138" sldId="264"/>
            <ac:spMk id="7" creationId="{C2D86C2B-4769-ECD7-697C-D72444B02121}"/>
          </ac:spMkLst>
        </pc:spChg>
        <pc:spChg chg="del">
          <ac:chgData name="Atrii Roy" userId="S::r.atrii@op.iitg.ac.in::0d8f07c6-a5a9-4f37-b3cf-4217db6155fc" providerId="AD" clId="Web-{2C5E6214-4425-8F9C-8E2F-11B92BB02A68}" dt="2026-06-27T08:01:53.892" v="148"/>
          <ac:spMkLst>
            <pc:docMk/>
            <pc:sldMk cId="3810775138" sldId="264"/>
            <ac:spMk id="8" creationId="{4E6D87EB-8227-FB43-4CC0-3340D16D6AEE}"/>
          </ac:spMkLst>
        </pc:spChg>
        <pc:picChg chg="add mod modCrop">
          <ac:chgData name="Atrii Roy" userId="S::r.atrii@op.iitg.ac.in::0d8f07c6-a5a9-4f37-b3cf-4217db6155fc" providerId="AD" clId="Web-{2C5E6214-4425-8F9C-8E2F-11B92BB02A68}" dt="2026-06-27T08:05:21.617" v="217" actId="1076"/>
          <ac:picMkLst>
            <pc:docMk/>
            <pc:sldMk cId="3810775138" sldId="264"/>
            <ac:picMk id="3" creationId="{FC9C3A85-0C44-7358-5F0F-73A4B791A149}"/>
          </ac:picMkLst>
        </pc:picChg>
      </pc:sldChg>
      <pc:sldChg chg="addSp delSp modSp add replId">
        <pc:chgData name="Atrii Roy" userId="S::r.atrii@op.iitg.ac.in::0d8f07c6-a5a9-4f37-b3cf-4217db6155fc" providerId="AD" clId="Web-{2C5E6214-4425-8F9C-8E2F-11B92BB02A68}" dt="2026-06-27T08:17:01.733" v="268" actId="20577"/>
        <pc:sldMkLst>
          <pc:docMk/>
          <pc:sldMk cId="1484598005" sldId="265"/>
        </pc:sldMkLst>
        <pc:spChg chg="mod">
          <ac:chgData name="Atrii Roy" userId="S::r.atrii@op.iitg.ac.in::0d8f07c6-a5a9-4f37-b3cf-4217db6155fc" providerId="AD" clId="Web-{2C5E6214-4425-8F9C-8E2F-11B92BB02A68}" dt="2026-06-27T08:05:53.977" v="231" actId="1076"/>
          <ac:spMkLst>
            <pc:docMk/>
            <pc:sldMk cId="1484598005" sldId="265"/>
            <ac:spMk id="2" creationId="{5B14F84D-46A5-BD6D-C547-95B437F882D7}"/>
          </ac:spMkLst>
        </pc:spChg>
        <pc:spChg chg="mod">
          <ac:chgData name="Atrii Roy" userId="S::r.atrii@op.iitg.ac.in::0d8f07c6-a5a9-4f37-b3cf-4217db6155fc" providerId="AD" clId="Web-{2C5E6214-4425-8F9C-8E2F-11B92BB02A68}" dt="2026-06-27T08:17:01.733" v="268" actId="20577"/>
          <ac:spMkLst>
            <pc:docMk/>
            <pc:sldMk cId="1484598005" sldId="265"/>
            <ac:spMk id="6" creationId="{62664F13-4F0D-34B5-3478-6108E0284630}"/>
          </ac:spMkLst>
        </pc:spChg>
        <pc:picChg chg="del">
          <ac:chgData name="Atrii Roy" userId="S::r.atrii@op.iitg.ac.in::0d8f07c6-a5a9-4f37-b3cf-4217db6155fc" providerId="AD" clId="Web-{2C5E6214-4425-8F9C-8E2F-11B92BB02A68}" dt="2026-06-27T08:05:57.914" v="232"/>
          <ac:picMkLst>
            <pc:docMk/>
            <pc:sldMk cId="1484598005" sldId="265"/>
            <ac:picMk id="3" creationId="{86709C37-1FCE-0B9B-840A-A07E5EB7FA13}"/>
          </ac:picMkLst>
        </pc:picChg>
        <pc:picChg chg="add mod modCrop">
          <ac:chgData name="Atrii Roy" userId="S::r.atrii@op.iitg.ac.in::0d8f07c6-a5a9-4f37-b3cf-4217db6155fc" providerId="AD" clId="Web-{2C5E6214-4425-8F9C-8E2F-11B92BB02A68}" dt="2026-06-27T08:11:41.668" v="236" actId="1076"/>
          <ac:picMkLst>
            <pc:docMk/>
            <pc:sldMk cId="1484598005" sldId="265"/>
            <ac:picMk id="4" creationId="{CCDB23F4-EE77-EAA9-AFC5-5A507253F888}"/>
          </ac:picMkLst>
        </pc:picChg>
      </pc:sldChg>
      <pc:sldChg chg="addSp delSp modSp add replId">
        <pc:chgData name="Atrii Roy" userId="S::r.atrii@op.iitg.ac.in::0d8f07c6-a5a9-4f37-b3cf-4217db6155fc" providerId="AD" clId="Web-{2C5E6214-4425-8F9C-8E2F-11B92BB02A68}" dt="2026-06-27T08:24:32.760" v="451" actId="1076"/>
        <pc:sldMkLst>
          <pc:docMk/>
          <pc:sldMk cId="1175613506" sldId="266"/>
        </pc:sldMkLst>
        <pc:spChg chg="mod">
          <ac:chgData name="Atrii Roy" userId="S::r.atrii@op.iitg.ac.in::0d8f07c6-a5a9-4f37-b3cf-4217db6155fc" providerId="AD" clId="Web-{2C5E6214-4425-8F9C-8E2F-11B92BB02A68}" dt="2026-06-27T08:18:27.938" v="278" actId="1076"/>
          <ac:spMkLst>
            <pc:docMk/>
            <pc:sldMk cId="1175613506" sldId="266"/>
            <ac:spMk id="2" creationId="{B37668A6-90F0-3B01-F0A5-BE8178800D61}"/>
          </ac:spMkLst>
        </pc:spChg>
        <pc:spChg chg="add del mod">
          <ac:chgData name="Atrii Roy" userId="S::r.atrii@op.iitg.ac.in::0d8f07c6-a5a9-4f37-b3cf-4217db6155fc" providerId="AD" clId="Web-{2C5E6214-4425-8F9C-8E2F-11B92BB02A68}" dt="2026-06-27T08:22:00.789" v="342"/>
          <ac:spMkLst>
            <pc:docMk/>
            <pc:sldMk cId="1175613506" sldId="266"/>
            <ac:spMk id="5" creationId="{9A868963-BB47-BBF5-C73C-CDC1788D432D}"/>
          </ac:spMkLst>
        </pc:spChg>
        <pc:spChg chg="mod">
          <ac:chgData name="Atrii Roy" userId="S::r.atrii@op.iitg.ac.in::0d8f07c6-a5a9-4f37-b3cf-4217db6155fc" providerId="AD" clId="Web-{2C5E6214-4425-8F9C-8E2F-11B92BB02A68}" dt="2026-06-27T08:18:56.001" v="283" actId="20577"/>
          <ac:spMkLst>
            <pc:docMk/>
            <pc:sldMk cId="1175613506" sldId="266"/>
            <ac:spMk id="6" creationId="{70F3689A-E1A1-96F7-613B-090E881CDBF9}"/>
          </ac:spMkLst>
        </pc:spChg>
        <pc:spChg chg="add del">
          <ac:chgData name="Atrii Roy" userId="S::r.atrii@op.iitg.ac.in::0d8f07c6-a5a9-4f37-b3cf-4217db6155fc" providerId="AD" clId="Web-{2C5E6214-4425-8F9C-8E2F-11B92BB02A68}" dt="2026-06-27T08:20:25.722" v="306"/>
          <ac:spMkLst>
            <pc:docMk/>
            <pc:sldMk cId="1175613506" sldId="266"/>
            <ac:spMk id="7" creationId="{7CFF8148-0283-362C-E67A-BD3BFCCE1E5A}"/>
          </ac:spMkLst>
        </pc:spChg>
        <pc:spChg chg="add mod">
          <ac:chgData name="Atrii Roy" userId="S::r.atrii@op.iitg.ac.in::0d8f07c6-a5a9-4f37-b3cf-4217db6155fc" providerId="AD" clId="Web-{2C5E6214-4425-8F9C-8E2F-11B92BB02A68}" dt="2026-06-27T08:23:22.025" v="431" actId="1076"/>
          <ac:spMkLst>
            <pc:docMk/>
            <pc:sldMk cId="1175613506" sldId="266"/>
            <ac:spMk id="8" creationId="{FA46CE19-A4E6-217F-AB9C-DFE3291574F8}"/>
          </ac:spMkLst>
        </pc:spChg>
        <pc:spChg chg="add del mod">
          <ac:chgData name="Atrii Roy" userId="S::r.atrii@op.iitg.ac.in::0d8f07c6-a5a9-4f37-b3cf-4217db6155fc" providerId="AD" clId="Web-{2C5E6214-4425-8F9C-8E2F-11B92BB02A68}" dt="2026-06-27T08:20:42.441" v="312"/>
          <ac:spMkLst>
            <pc:docMk/>
            <pc:sldMk cId="1175613506" sldId="266"/>
            <ac:spMk id="9" creationId="{9B5D3A0C-92F5-2852-31A7-A7233857955C}"/>
          </ac:spMkLst>
        </pc:spChg>
        <pc:spChg chg="add mod">
          <ac:chgData name="Atrii Roy" userId="S::r.atrii@op.iitg.ac.in::0d8f07c6-a5a9-4f37-b3cf-4217db6155fc" providerId="AD" clId="Web-{2C5E6214-4425-8F9C-8E2F-11B92BB02A68}" dt="2026-06-27T08:24:14.009" v="444" actId="1076"/>
          <ac:spMkLst>
            <pc:docMk/>
            <pc:sldMk cId="1175613506" sldId="266"/>
            <ac:spMk id="10" creationId="{F090B395-23E8-FDA0-C038-731820F7CDB5}"/>
          </ac:spMkLst>
        </pc:spChg>
        <pc:spChg chg="add mod">
          <ac:chgData name="Atrii Roy" userId="S::r.atrii@op.iitg.ac.in::0d8f07c6-a5a9-4f37-b3cf-4217db6155fc" providerId="AD" clId="Web-{2C5E6214-4425-8F9C-8E2F-11B92BB02A68}" dt="2026-06-27T08:24:32.760" v="451" actId="1076"/>
          <ac:spMkLst>
            <pc:docMk/>
            <pc:sldMk cId="1175613506" sldId="266"/>
            <ac:spMk id="13" creationId="{C8ED48BF-47D2-14F9-8BA7-4EABD3AEDD32}"/>
          </ac:spMkLst>
        </pc:spChg>
        <pc:graphicFrameChg chg="add mod modGraphic">
          <ac:chgData name="Atrii Roy" userId="S::r.atrii@op.iitg.ac.in::0d8f07c6-a5a9-4f37-b3cf-4217db6155fc" providerId="AD" clId="Web-{2C5E6214-4425-8F9C-8E2F-11B92BB02A68}" dt="2026-06-27T08:24:18.385" v="445"/>
          <ac:graphicFrameMkLst>
            <pc:docMk/>
            <pc:sldMk cId="1175613506" sldId="266"/>
            <ac:graphicFrameMk id="12" creationId="{E505443B-E8BF-C2D9-3E3F-96AA9CBE5E50}"/>
          </ac:graphicFrameMkLst>
        </pc:graphicFrameChg>
        <pc:picChg chg="del">
          <ac:chgData name="Atrii Roy" userId="S::r.atrii@op.iitg.ac.in::0d8f07c6-a5a9-4f37-b3cf-4217db6155fc" providerId="AD" clId="Web-{2C5E6214-4425-8F9C-8E2F-11B92BB02A68}" dt="2026-06-27T08:17:09.936" v="270"/>
          <ac:picMkLst>
            <pc:docMk/>
            <pc:sldMk cId="1175613506" sldId="266"/>
            <ac:picMk id="4" creationId="{DFEB2007-CC57-CF66-A055-D56069F0A329}"/>
          </ac:picMkLst>
        </pc:picChg>
      </pc:sldChg>
      <pc:sldChg chg="add del replId">
        <pc:chgData name="Atrii Roy" userId="S::r.atrii@op.iitg.ac.in::0d8f07c6-a5a9-4f37-b3cf-4217db6155fc" providerId="AD" clId="Web-{2C5E6214-4425-8F9C-8E2F-11B92BB02A68}" dt="2026-06-27T08:18:24.641" v="277"/>
        <pc:sldMkLst>
          <pc:docMk/>
          <pc:sldMk cId="1128862088" sldId="267"/>
        </pc:sldMkLst>
      </pc:sldChg>
      <pc:sldChg chg="addSp delSp modSp add replId">
        <pc:chgData name="Atrii Roy" userId="S::r.atrii@op.iitg.ac.in::0d8f07c6-a5a9-4f37-b3cf-4217db6155fc" providerId="AD" clId="Web-{2C5E6214-4425-8F9C-8E2F-11B92BB02A68}" dt="2026-06-27T08:28:40.466" v="524" actId="1076"/>
        <pc:sldMkLst>
          <pc:docMk/>
          <pc:sldMk cId="1799739381" sldId="267"/>
        </pc:sldMkLst>
        <pc:spChg chg="mod">
          <ac:chgData name="Atrii Roy" userId="S::r.atrii@op.iitg.ac.in::0d8f07c6-a5a9-4f37-b3cf-4217db6155fc" providerId="AD" clId="Web-{2C5E6214-4425-8F9C-8E2F-11B92BB02A68}" dt="2026-06-27T08:25:47.932" v="463" actId="1076"/>
          <ac:spMkLst>
            <pc:docMk/>
            <pc:sldMk cId="1799739381" sldId="267"/>
            <ac:spMk id="2" creationId="{C88E9596-B5A3-AB59-162E-0677919A65D2}"/>
          </ac:spMkLst>
        </pc:spChg>
        <pc:spChg chg="mod">
          <ac:chgData name="Atrii Roy" userId="S::r.atrii@op.iitg.ac.in::0d8f07c6-a5a9-4f37-b3cf-4217db6155fc" providerId="AD" clId="Web-{2C5E6214-4425-8F9C-8E2F-11B92BB02A68}" dt="2026-06-27T08:28:40.466" v="524" actId="1076"/>
          <ac:spMkLst>
            <pc:docMk/>
            <pc:sldMk cId="1799739381" sldId="267"/>
            <ac:spMk id="6" creationId="{6675A4D3-463F-184C-0944-1846DD28BEBC}"/>
          </ac:spMkLst>
        </pc:spChg>
        <pc:spChg chg="del">
          <ac:chgData name="Atrii Roy" userId="S::r.atrii@op.iitg.ac.in::0d8f07c6-a5a9-4f37-b3cf-4217db6155fc" providerId="AD" clId="Web-{2C5E6214-4425-8F9C-8E2F-11B92BB02A68}" dt="2026-06-27T08:27:04.746" v="511"/>
          <ac:spMkLst>
            <pc:docMk/>
            <pc:sldMk cId="1799739381" sldId="267"/>
            <ac:spMk id="8" creationId="{93FEA12F-91FD-680C-86C2-345EBB997ADF}"/>
          </ac:spMkLst>
        </pc:spChg>
        <pc:spChg chg="del mod">
          <ac:chgData name="Atrii Roy" userId="S::r.atrii@op.iitg.ac.in::0d8f07c6-a5a9-4f37-b3cf-4217db6155fc" providerId="AD" clId="Web-{2C5E6214-4425-8F9C-8E2F-11B92BB02A68}" dt="2026-06-27T08:27:13.496" v="514"/>
          <ac:spMkLst>
            <pc:docMk/>
            <pc:sldMk cId="1799739381" sldId="267"/>
            <ac:spMk id="10" creationId="{2E53E707-575B-F1E4-239C-E38C2D1BB1AA}"/>
          </ac:spMkLst>
        </pc:spChg>
        <pc:spChg chg="mod">
          <ac:chgData name="Atrii Roy" userId="S::r.atrii@op.iitg.ac.in::0d8f07c6-a5a9-4f37-b3cf-4217db6155fc" providerId="AD" clId="Web-{2C5E6214-4425-8F9C-8E2F-11B92BB02A68}" dt="2026-06-27T08:28:13.544" v="519" actId="20577"/>
          <ac:spMkLst>
            <pc:docMk/>
            <pc:sldMk cId="1799739381" sldId="267"/>
            <ac:spMk id="13" creationId="{FE790AEA-9643-20DF-7A60-51A56296B274}"/>
          </ac:spMkLst>
        </pc:spChg>
        <pc:graphicFrameChg chg="add mod modGraphic">
          <ac:chgData name="Atrii Roy" userId="S::r.atrii@op.iitg.ac.in::0d8f07c6-a5a9-4f37-b3cf-4217db6155fc" providerId="AD" clId="Web-{2C5E6214-4425-8F9C-8E2F-11B92BB02A68}" dt="2026-06-27T08:26:52.293" v="510" actId="1076"/>
          <ac:graphicFrameMkLst>
            <pc:docMk/>
            <pc:sldMk cId="1799739381" sldId="267"/>
            <ac:graphicFrameMk id="4" creationId="{7D51A625-2BAB-3FE8-EDEC-EB2537252455}"/>
          </ac:graphicFrameMkLst>
        </pc:graphicFrameChg>
        <pc:graphicFrameChg chg="del">
          <ac:chgData name="Atrii Roy" userId="S::r.atrii@op.iitg.ac.in::0d8f07c6-a5a9-4f37-b3cf-4217db6155fc" providerId="AD" clId="Web-{2C5E6214-4425-8F9C-8E2F-11B92BB02A68}" dt="2026-06-27T08:25:53.698" v="464"/>
          <ac:graphicFrameMkLst>
            <pc:docMk/>
            <pc:sldMk cId="1799739381" sldId="267"/>
            <ac:graphicFrameMk id="12" creationId="{0C472037-7681-34C9-4896-870028C9CAF3}"/>
          </ac:graphicFrameMkLst>
        </pc:graphicFrameChg>
      </pc:sldChg>
      <pc:sldChg chg="addSp delSp modSp add replId">
        <pc:chgData name="Atrii Roy" userId="S::r.atrii@op.iitg.ac.in::0d8f07c6-a5a9-4f37-b3cf-4217db6155fc" providerId="AD" clId="Web-{2C5E6214-4425-8F9C-8E2F-11B92BB02A68}" dt="2026-06-27T08:33:54.641" v="621" actId="20577"/>
        <pc:sldMkLst>
          <pc:docMk/>
          <pc:sldMk cId="2467663077" sldId="268"/>
        </pc:sldMkLst>
        <pc:spChg chg="mod">
          <ac:chgData name="Atrii Roy" userId="S::r.atrii@op.iitg.ac.in::0d8f07c6-a5a9-4f37-b3cf-4217db6155fc" providerId="AD" clId="Web-{2C5E6214-4425-8F9C-8E2F-11B92BB02A68}" dt="2026-06-27T08:29:15.466" v="531" actId="1076"/>
          <ac:spMkLst>
            <pc:docMk/>
            <pc:sldMk cId="2467663077" sldId="268"/>
            <ac:spMk id="2" creationId="{8A5E2DBA-0028-40B7-3B06-8584049A1706}"/>
          </ac:spMkLst>
        </pc:spChg>
        <pc:spChg chg="add del">
          <ac:chgData name="Atrii Roy" userId="S::r.atrii@op.iitg.ac.in::0d8f07c6-a5a9-4f37-b3cf-4217db6155fc" providerId="AD" clId="Web-{2C5E6214-4425-8F9C-8E2F-11B92BB02A68}" dt="2026-06-27T08:30:06.842" v="556"/>
          <ac:spMkLst>
            <pc:docMk/>
            <pc:sldMk cId="2467663077" sldId="268"/>
            <ac:spMk id="3" creationId="{8A64976F-EC37-2457-0F9E-546C731223DA}"/>
          </ac:spMkLst>
        </pc:spChg>
        <pc:spChg chg="add del">
          <ac:chgData name="Atrii Roy" userId="S::r.atrii@op.iitg.ac.in::0d8f07c6-a5a9-4f37-b3cf-4217db6155fc" providerId="AD" clId="Web-{2C5E6214-4425-8F9C-8E2F-11B92BB02A68}" dt="2026-06-27T08:30:00.701" v="552"/>
          <ac:spMkLst>
            <pc:docMk/>
            <pc:sldMk cId="2467663077" sldId="268"/>
            <ac:spMk id="5" creationId="{36ABBB0D-CD69-7EE7-14C8-55C017611790}"/>
          </ac:spMkLst>
        </pc:spChg>
        <pc:spChg chg="mod">
          <ac:chgData name="Atrii Roy" userId="S::r.atrii@op.iitg.ac.in::0d8f07c6-a5a9-4f37-b3cf-4217db6155fc" providerId="AD" clId="Web-{2C5E6214-4425-8F9C-8E2F-11B92BB02A68}" dt="2026-06-27T08:33:54.641" v="621" actId="20577"/>
          <ac:spMkLst>
            <pc:docMk/>
            <pc:sldMk cId="2467663077" sldId="268"/>
            <ac:spMk id="6" creationId="{F5F9A337-7B92-0238-85E8-79C10C49BF20}"/>
          </ac:spMkLst>
        </pc:spChg>
        <pc:spChg chg="add del mod">
          <ac:chgData name="Atrii Roy" userId="S::r.atrii@op.iitg.ac.in::0d8f07c6-a5a9-4f37-b3cf-4217db6155fc" providerId="AD" clId="Web-{2C5E6214-4425-8F9C-8E2F-11B92BB02A68}" dt="2026-06-27T08:30:05.170" v="555"/>
          <ac:spMkLst>
            <pc:docMk/>
            <pc:sldMk cId="2467663077" sldId="268"/>
            <ac:spMk id="7" creationId="{5218F5E7-6B81-292A-60BB-E8CD9F4E9DF5}"/>
          </ac:spMkLst>
        </pc:spChg>
        <pc:spChg chg="add del">
          <ac:chgData name="Atrii Roy" userId="S::r.atrii@op.iitg.ac.in::0d8f07c6-a5a9-4f37-b3cf-4217db6155fc" providerId="AD" clId="Web-{2C5E6214-4425-8F9C-8E2F-11B92BB02A68}" dt="2026-06-27T08:30:10.451" v="558"/>
          <ac:spMkLst>
            <pc:docMk/>
            <pc:sldMk cId="2467663077" sldId="268"/>
            <ac:spMk id="8" creationId="{26DF9F18-9E69-F763-65BF-8814AEB7CDE0}"/>
          </ac:spMkLst>
        </pc:spChg>
        <pc:spChg chg="add mod">
          <ac:chgData name="Atrii Roy" userId="S::r.atrii@op.iitg.ac.in::0d8f07c6-a5a9-4f37-b3cf-4217db6155fc" providerId="AD" clId="Web-{2C5E6214-4425-8F9C-8E2F-11B92BB02A68}" dt="2026-06-27T08:31:24.124" v="579" actId="1076"/>
          <ac:spMkLst>
            <pc:docMk/>
            <pc:sldMk cId="2467663077" sldId="268"/>
            <ac:spMk id="9" creationId="{58B8F7CD-290E-01ED-46F9-AA4F576AA313}"/>
          </ac:spMkLst>
        </pc:spChg>
        <pc:spChg chg="add del">
          <ac:chgData name="Atrii Roy" userId="S::r.atrii@op.iitg.ac.in::0d8f07c6-a5a9-4f37-b3cf-4217db6155fc" providerId="AD" clId="Web-{2C5E6214-4425-8F9C-8E2F-11B92BB02A68}" dt="2026-06-27T08:30:34.701" v="568"/>
          <ac:spMkLst>
            <pc:docMk/>
            <pc:sldMk cId="2467663077" sldId="268"/>
            <ac:spMk id="10" creationId="{607B9181-0364-170B-AA98-F7F0BCA325CD}"/>
          </ac:spMkLst>
        </pc:spChg>
        <pc:spChg chg="add mod">
          <ac:chgData name="Atrii Roy" userId="S::r.atrii@op.iitg.ac.in::0d8f07c6-a5a9-4f37-b3cf-4217db6155fc" providerId="AD" clId="Web-{2C5E6214-4425-8F9C-8E2F-11B92BB02A68}" dt="2026-06-27T08:33:20.297" v="609" actId="1076"/>
          <ac:spMkLst>
            <pc:docMk/>
            <pc:sldMk cId="2467663077" sldId="268"/>
            <ac:spMk id="11" creationId="{9C7E3716-E992-4DA4-FC36-7C639174205E}"/>
          </ac:spMkLst>
        </pc:spChg>
        <pc:spChg chg="add mod">
          <ac:chgData name="Atrii Roy" userId="S::r.atrii@op.iitg.ac.in::0d8f07c6-a5a9-4f37-b3cf-4217db6155fc" providerId="AD" clId="Web-{2C5E6214-4425-8F9C-8E2F-11B92BB02A68}" dt="2026-06-27T08:32:27.062" v="597" actId="20577"/>
          <ac:spMkLst>
            <pc:docMk/>
            <pc:sldMk cId="2467663077" sldId="268"/>
            <ac:spMk id="12" creationId="{619DAF72-328D-A91F-92BE-7C054DDCA63A}"/>
          </ac:spMkLst>
        </pc:spChg>
        <pc:spChg chg="del mod">
          <ac:chgData name="Atrii Roy" userId="S::r.atrii@op.iitg.ac.in::0d8f07c6-a5a9-4f37-b3cf-4217db6155fc" providerId="AD" clId="Web-{2C5E6214-4425-8F9C-8E2F-11B92BB02A68}" dt="2026-06-27T08:30:08.529" v="557"/>
          <ac:spMkLst>
            <pc:docMk/>
            <pc:sldMk cId="2467663077" sldId="268"/>
            <ac:spMk id="13" creationId="{36BA6FDE-0BCD-D1EB-B17F-532DE0BEB88A}"/>
          </ac:spMkLst>
        </pc:spChg>
        <pc:spChg chg="add mod">
          <ac:chgData name="Atrii Roy" userId="S::r.atrii@op.iitg.ac.in::0d8f07c6-a5a9-4f37-b3cf-4217db6155fc" providerId="AD" clId="Web-{2C5E6214-4425-8F9C-8E2F-11B92BB02A68}" dt="2026-06-27T08:31:47.296" v="588" actId="1076"/>
          <ac:spMkLst>
            <pc:docMk/>
            <pc:sldMk cId="2467663077" sldId="268"/>
            <ac:spMk id="14" creationId="{09A77F33-E35C-BFFA-7014-FCABB6CD55A4}"/>
          </ac:spMkLst>
        </pc:spChg>
        <pc:spChg chg="add mod">
          <ac:chgData name="Atrii Roy" userId="S::r.atrii@op.iitg.ac.in::0d8f07c6-a5a9-4f37-b3cf-4217db6155fc" providerId="AD" clId="Web-{2C5E6214-4425-8F9C-8E2F-11B92BB02A68}" dt="2026-06-27T08:30:19.404" v="564" actId="1076"/>
          <ac:spMkLst>
            <pc:docMk/>
            <pc:sldMk cId="2467663077" sldId="268"/>
            <ac:spMk id="15" creationId="{193B38FF-C5FD-8BA0-9479-9E23AF2540E1}"/>
          </ac:spMkLst>
        </pc:spChg>
        <pc:graphicFrameChg chg="del">
          <ac:chgData name="Atrii Roy" userId="S::r.atrii@op.iitg.ac.in::0d8f07c6-a5a9-4f37-b3cf-4217db6155fc" providerId="AD" clId="Web-{2C5E6214-4425-8F9C-8E2F-11B92BB02A68}" dt="2026-06-27T08:29:17.779" v="532"/>
          <ac:graphicFrameMkLst>
            <pc:docMk/>
            <pc:sldMk cId="2467663077" sldId="268"/>
            <ac:graphicFrameMk id="4" creationId="{C192218F-87FA-28A3-1F05-029E6DBFEA7F}"/>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09A17F-168C-494A-B70E-5836529CCE4E}" type="datetimeFigureOut">
              <a:t>27-06-2026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64358B-D8C1-4CA9-B4F7-945500806FE6}" type="slidenum">
              <a:t>‹#›</a:t>
            </a:fld>
            <a:endParaRPr lang="en-US"/>
          </a:p>
        </p:txBody>
      </p:sp>
    </p:spTree>
    <p:extLst>
      <p:ext uri="{BB962C8B-B14F-4D97-AF65-F5344CB8AC3E}">
        <p14:creationId xmlns:p14="http://schemas.microsoft.com/office/powerpoint/2010/main" val="32052373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At first glance, one would expect distributed quantum computing to have much higher logical error because it introduces Bell-pair generation, teleportation, and classical synchronization. However, these communication costs are compensated by a significant reduction in routing overhead and circuit depth. Instead of executing long SWAP chains, remote operations are performed through teleportation using high-fidelity pre-generated Bell pairs. This reduces qubit idle time and overall decoherence. Therefore, although distributed-fast performs additional communication operations, its total space-time error remains comparable to that of the direct architecture, resulting in only a small but consistent improvement in logical error.</a:t>
            </a:r>
          </a:p>
        </p:txBody>
      </p:sp>
      <p:sp>
        <p:nvSpPr>
          <p:cNvPr id="4" name="Slide Number Placeholder 3"/>
          <p:cNvSpPr>
            <a:spLocks noGrp="1"/>
          </p:cNvSpPr>
          <p:nvPr>
            <p:ph type="sldNum" sz="quarter" idx="5"/>
          </p:nvPr>
        </p:nvSpPr>
        <p:spPr/>
        <p:txBody>
          <a:bodyPr/>
          <a:lstStyle/>
          <a:p>
            <a:fld id="{6E64358B-D8C1-4CA9-B4F7-945500806FE6}" type="slidenum">
              <a:t>5</a:t>
            </a:fld>
            <a:endParaRPr lang="en-US"/>
          </a:p>
        </p:txBody>
      </p:sp>
    </p:spTree>
    <p:extLst>
      <p:ext uri="{BB962C8B-B14F-4D97-AF65-F5344CB8AC3E}">
        <p14:creationId xmlns:p14="http://schemas.microsoft.com/office/powerpoint/2010/main" val="16447294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6/27/2026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6/27/2026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6/27/2026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6/27/2026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6/27/2026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D8E760E-EB11-77C9-C1CB-711E4ADFB9A2}"/>
              </a:ext>
            </a:extLst>
          </p:cNvPr>
          <p:cNvSpPr txBox="1"/>
          <p:nvPr/>
        </p:nvSpPr>
        <p:spPr>
          <a:xfrm>
            <a:off x="5217886" y="-3628"/>
            <a:ext cx="2075543"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0" i="0" u="none" strike="noStrike" baseline="0">
                <a:solidFill>
                  <a:srgbClr val="000000"/>
                </a:solidFill>
                <a:latin typeface="Times New Roman"/>
                <a:cs typeface="Times New Roman"/>
              </a:rPr>
              <a:t>Motivation</a:t>
            </a:r>
            <a:endParaRPr lang="en-US" sz="3200">
              <a:latin typeface="Times New Roman"/>
              <a:cs typeface="Times New Roman"/>
            </a:endParaRPr>
          </a:p>
        </p:txBody>
      </p:sp>
      <p:sp>
        <p:nvSpPr>
          <p:cNvPr id="3" name="TextBox 2">
            <a:extLst>
              <a:ext uri="{FF2B5EF4-FFF2-40B4-BE49-F238E27FC236}">
                <a16:creationId xmlns:a16="http://schemas.microsoft.com/office/drawing/2014/main" id="{9A6C0180-F476-6AF5-2C0E-8A2103FEFE07}"/>
              </a:ext>
            </a:extLst>
          </p:cNvPr>
          <p:cNvSpPr txBox="1"/>
          <p:nvPr/>
        </p:nvSpPr>
        <p:spPr>
          <a:xfrm>
            <a:off x="348343" y="1208315"/>
            <a:ext cx="5021943"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i="0" u="none" strike="noStrike" baseline="0">
                <a:solidFill>
                  <a:srgbClr val="000000"/>
                </a:solidFill>
                <a:latin typeface="Times New Roman"/>
                <a:cs typeface="Times New Roman"/>
              </a:rPr>
              <a:t>Why does the Distributed Unified (Fast) architecture provide only a modest improvement over the Direct architecture in logical error?</a:t>
            </a:r>
            <a:endParaRPr lang="en-US" sz="1600" b="1">
              <a:latin typeface="Times New Roman"/>
              <a:cs typeface="Times New Roman"/>
            </a:endParaRPr>
          </a:p>
        </p:txBody>
      </p:sp>
      <p:sp>
        <p:nvSpPr>
          <p:cNvPr id="4" name="TextBox 3">
            <a:extLst>
              <a:ext uri="{FF2B5EF4-FFF2-40B4-BE49-F238E27FC236}">
                <a16:creationId xmlns:a16="http://schemas.microsoft.com/office/drawing/2014/main" id="{3959DD36-77E8-01DC-6A2E-DB252AA255FB}"/>
              </a:ext>
            </a:extLst>
          </p:cNvPr>
          <p:cNvSpPr txBox="1"/>
          <p:nvPr/>
        </p:nvSpPr>
        <p:spPr>
          <a:xfrm>
            <a:off x="7003142" y="1208314"/>
            <a:ext cx="5021943"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solidFill>
                  <a:srgbClr val="000000"/>
                </a:solidFill>
                <a:latin typeface="Times New Roman"/>
                <a:ea typeface="+mn-lt"/>
                <a:cs typeface="Times New Roman"/>
              </a:rPr>
              <a:t>If </a:t>
            </a:r>
            <a:r>
              <a:rPr lang="en-US" sz="1600" b="1" i="0" u="none" strike="noStrike" baseline="0">
                <a:solidFill>
                  <a:srgbClr val="000000"/>
                </a:solidFill>
                <a:latin typeface="Times New Roman"/>
                <a:ea typeface="+mn-lt"/>
                <a:cs typeface="Times New Roman"/>
              </a:rPr>
              <a:t>the Direct architecture </a:t>
            </a:r>
            <a:r>
              <a:rPr lang="en-US" sz="1600" b="1">
                <a:solidFill>
                  <a:srgbClr val="000000"/>
                </a:solidFill>
                <a:latin typeface="Times New Roman"/>
                <a:ea typeface="+mn-lt"/>
                <a:cs typeface="Times New Roman"/>
              </a:rPr>
              <a:t>performs almost as well, what justifies the additional complexity of distributed quantum computing </a:t>
            </a:r>
            <a:r>
              <a:rPr lang="en-US" sz="1600" b="1" i="0" u="none" strike="noStrike" baseline="0">
                <a:solidFill>
                  <a:srgbClr val="000000"/>
                </a:solidFill>
                <a:latin typeface="Times New Roman"/>
                <a:ea typeface="+mn-lt"/>
                <a:cs typeface="Times New Roman"/>
              </a:rPr>
              <a:t>?</a:t>
            </a:r>
            <a:endParaRPr lang="en-US" b="1">
              <a:latin typeface="Times New Roman"/>
              <a:ea typeface="+mn-lt"/>
              <a:cs typeface="Times New Roman"/>
            </a:endParaRPr>
          </a:p>
        </p:txBody>
      </p:sp>
      <p:sp>
        <p:nvSpPr>
          <p:cNvPr id="5" name="TextBox 4">
            <a:extLst>
              <a:ext uri="{FF2B5EF4-FFF2-40B4-BE49-F238E27FC236}">
                <a16:creationId xmlns:a16="http://schemas.microsoft.com/office/drawing/2014/main" id="{56637D72-7373-99F2-3964-13F39A5F0093}"/>
              </a:ext>
            </a:extLst>
          </p:cNvPr>
          <p:cNvSpPr txBox="1"/>
          <p:nvPr/>
        </p:nvSpPr>
        <p:spPr>
          <a:xfrm>
            <a:off x="3476172" y="3087914"/>
            <a:ext cx="5246914" cy="20928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b="1">
                <a:latin typeface="Times New Roman"/>
                <a:cs typeface="Times New Roman"/>
              </a:rPr>
              <a:t>Objective of This Week</a:t>
            </a:r>
            <a:endParaRPr lang="en-US" sz="1600">
              <a:latin typeface="Times New Roman"/>
              <a:cs typeface="Times New Roman"/>
            </a:endParaRPr>
          </a:p>
          <a:p>
            <a:r>
              <a:rPr lang="en-US" sz="1600">
                <a:solidFill>
                  <a:srgbClr val="000000"/>
                </a:solidFill>
                <a:latin typeface="Times New Roman"/>
                <a:ea typeface="+mn-lt"/>
                <a:cs typeface="Times New Roman"/>
              </a:rPr>
              <a:t>To investigate </a:t>
            </a:r>
            <a:r>
              <a:rPr lang="en-US" sz="1600" i="0" u="none" strike="noStrike" baseline="0">
                <a:solidFill>
                  <a:srgbClr val="000000"/>
                </a:solidFill>
                <a:latin typeface="Times New Roman"/>
                <a:ea typeface="+mn-lt"/>
                <a:cs typeface="Times New Roman"/>
              </a:rPr>
              <a:t>the </a:t>
            </a:r>
            <a:r>
              <a:rPr lang="en-US" sz="1600" b="1">
                <a:solidFill>
                  <a:srgbClr val="000000"/>
                </a:solidFill>
                <a:latin typeface="Times New Roman"/>
                <a:ea typeface="+mn-lt"/>
                <a:cs typeface="Times New Roman"/>
              </a:rPr>
              <a:t>fundamental architectural trade-offs</a:t>
            </a:r>
            <a:r>
              <a:rPr lang="en-US" sz="1600">
                <a:solidFill>
                  <a:srgbClr val="000000"/>
                </a:solidFill>
                <a:latin typeface="Times New Roman"/>
                <a:ea typeface="+mn-lt"/>
                <a:cs typeface="Times New Roman"/>
              </a:rPr>
              <a:t> between direct and distributed quantum computing by analyzing:</a:t>
            </a:r>
            <a:endParaRPr lang="en-US" sz="1600">
              <a:latin typeface="Times New Roman"/>
              <a:cs typeface="Times New Roman"/>
            </a:endParaRPr>
          </a:p>
          <a:p>
            <a:pPr marL="285750" indent="-285750">
              <a:buFont typeface="Arial"/>
              <a:buChar char="•"/>
            </a:pPr>
            <a:r>
              <a:rPr lang="en-US" sz="1600">
                <a:solidFill>
                  <a:srgbClr val="000000"/>
                </a:solidFill>
                <a:latin typeface="Times New Roman"/>
                <a:ea typeface="+mn-lt"/>
                <a:cs typeface="Times New Roman"/>
              </a:rPr>
              <a:t>Communication overhead versus routing overhead </a:t>
            </a:r>
            <a:endParaRPr lang="en-US" sz="1600">
              <a:latin typeface="Times New Roman"/>
              <a:cs typeface="Times New Roman"/>
            </a:endParaRPr>
          </a:p>
          <a:p>
            <a:pPr marL="285750" indent="-285750">
              <a:buFont typeface="Arial"/>
              <a:buChar char="•"/>
            </a:pPr>
            <a:r>
              <a:rPr lang="en-US" sz="1600">
                <a:solidFill>
                  <a:srgbClr val="000000"/>
                </a:solidFill>
                <a:latin typeface="Times New Roman"/>
                <a:ea typeface="+mn-lt"/>
                <a:cs typeface="Times New Roman"/>
              </a:rPr>
              <a:t>Circuit depth and spacetime-volume reduction </a:t>
            </a:r>
            <a:endParaRPr lang="en-US" sz="1600">
              <a:latin typeface="Times New Roman"/>
              <a:cs typeface="Times New Roman"/>
            </a:endParaRPr>
          </a:p>
          <a:p>
            <a:pPr marL="285750" indent="-285750">
              <a:buFont typeface="Arial"/>
              <a:buChar char="•"/>
            </a:pPr>
            <a:r>
              <a:rPr lang="en-US" sz="1600">
                <a:solidFill>
                  <a:srgbClr val="000000"/>
                </a:solidFill>
                <a:latin typeface="Times New Roman"/>
                <a:ea typeface="+mn-lt"/>
                <a:cs typeface="Times New Roman"/>
              </a:rPr>
              <a:t>The impact of fast photonic interconnects </a:t>
            </a:r>
            <a:endParaRPr lang="en-US" sz="1600">
              <a:latin typeface="Times New Roman"/>
              <a:cs typeface="Times New Roman"/>
            </a:endParaRPr>
          </a:p>
          <a:p>
            <a:pPr marL="285750" indent="-285750">
              <a:buFont typeface="Arial"/>
              <a:buChar char="•"/>
            </a:pPr>
            <a:r>
              <a:rPr lang="en-US" sz="1600">
                <a:solidFill>
                  <a:srgbClr val="000000"/>
                </a:solidFill>
                <a:latin typeface="Times New Roman"/>
                <a:ea typeface="+mn-lt"/>
                <a:cs typeface="Times New Roman"/>
              </a:rPr>
              <a:t>Long-term scalability and modularity</a:t>
            </a:r>
            <a:endParaRPr lang="en-US">
              <a:latin typeface="Times New Roman"/>
              <a:cs typeface="Times New Roman"/>
            </a:endParaRPr>
          </a:p>
        </p:txBody>
      </p:sp>
      <p:sp>
        <p:nvSpPr>
          <p:cNvPr id="6" name="TextBox 5">
            <a:extLst>
              <a:ext uri="{FF2B5EF4-FFF2-40B4-BE49-F238E27FC236}">
                <a16:creationId xmlns:a16="http://schemas.microsoft.com/office/drawing/2014/main" id="{A0F89A8B-1F59-2DCB-DAD0-5166A747E744}"/>
              </a:ext>
            </a:extLst>
          </p:cNvPr>
          <p:cNvSpPr txBox="1"/>
          <p:nvPr/>
        </p:nvSpPr>
        <p:spPr>
          <a:xfrm>
            <a:off x="-1" y="6549571"/>
            <a:ext cx="12206514"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i="1">
                <a:solidFill>
                  <a:srgbClr val="000000"/>
                </a:solidFill>
                <a:latin typeface="Times New Roman"/>
                <a:ea typeface="+mn-lt"/>
                <a:cs typeface="Times New Roman"/>
              </a:rPr>
              <a:t>Is distributed quantum computing advantageous because it reduces </a:t>
            </a:r>
            <a:r>
              <a:rPr lang="en-US" sz="1400" i="1" u="none" strike="noStrike" baseline="0">
                <a:solidFill>
                  <a:srgbClr val="000000"/>
                </a:solidFill>
                <a:latin typeface="Times New Roman"/>
                <a:ea typeface="+mn-lt"/>
                <a:cs typeface="Times New Roman"/>
              </a:rPr>
              <a:t>logical error</a:t>
            </a:r>
            <a:r>
              <a:rPr lang="en-US" sz="1400" i="1">
                <a:solidFill>
                  <a:srgbClr val="000000"/>
                </a:solidFill>
                <a:latin typeface="Times New Roman"/>
                <a:ea typeface="+mn-lt"/>
                <a:cs typeface="Times New Roman"/>
              </a:rPr>
              <a:t>, or because it remains scalable when direct architectures reach their physical limits</a:t>
            </a:r>
            <a:r>
              <a:rPr lang="en-US" sz="1400" i="1" u="none" strike="noStrike" baseline="0">
                <a:solidFill>
                  <a:srgbClr val="000000"/>
                </a:solidFill>
                <a:latin typeface="Times New Roman"/>
                <a:ea typeface="+mn-lt"/>
                <a:cs typeface="Times New Roman"/>
              </a:rPr>
              <a:t>?</a:t>
            </a:r>
            <a:endParaRPr lang="en-US" i="1">
              <a:latin typeface="Times New Roman"/>
              <a:ea typeface="+mn-lt"/>
              <a:cs typeface="Times New Roman"/>
            </a:endParaRPr>
          </a:p>
        </p:txBody>
      </p:sp>
    </p:spTree>
    <p:extLst>
      <p:ext uri="{BB962C8B-B14F-4D97-AF65-F5344CB8AC3E}">
        <p14:creationId xmlns:p14="http://schemas.microsoft.com/office/powerpoint/2010/main" val="2205493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02435-67B9-8068-65FA-8AF1F8CFCAB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E7D23A0-4809-5CEE-D182-D75C6989B8BD}"/>
              </a:ext>
            </a:extLst>
          </p:cNvPr>
          <p:cNvSpPr txBox="1"/>
          <p:nvPr/>
        </p:nvSpPr>
        <p:spPr>
          <a:xfrm>
            <a:off x="1748973" y="-3628"/>
            <a:ext cx="8345713"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solidFill>
                  <a:srgbClr val="000000"/>
                </a:solidFill>
                <a:latin typeface="Times New Roman"/>
                <a:ea typeface="+mn-lt"/>
                <a:cs typeface="Times New Roman"/>
              </a:rPr>
              <a:t>Why Are Direct and Distributed-Fast So Close ?</a:t>
            </a:r>
            <a:endParaRPr lang="en-US">
              <a:latin typeface="Times New Roman"/>
              <a:cs typeface="Times New Roman"/>
            </a:endParaRPr>
          </a:p>
        </p:txBody>
      </p:sp>
      <p:sp>
        <p:nvSpPr>
          <p:cNvPr id="3" name="TextBox 2">
            <a:extLst>
              <a:ext uri="{FF2B5EF4-FFF2-40B4-BE49-F238E27FC236}">
                <a16:creationId xmlns:a16="http://schemas.microsoft.com/office/drawing/2014/main" id="{CB67970D-7637-069D-AAF9-AE07F7B35183}"/>
              </a:ext>
            </a:extLst>
          </p:cNvPr>
          <p:cNvSpPr txBox="1"/>
          <p:nvPr/>
        </p:nvSpPr>
        <p:spPr>
          <a:xfrm>
            <a:off x="3955143" y="1367972"/>
            <a:ext cx="4470400" cy="20621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b="1">
                <a:latin typeface="Times New Roman"/>
                <a:cs typeface="Times New Roman"/>
              </a:rPr>
              <a:t>Communication Cost vs. Routing Cost</a:t>
            </a:r>
            <a:endParaRPr lang="en-US" sz="1600">
              <a:latin typeface="Times New Roman"/>
              <a:cs typeface="Times New Roman"/>
            </a:endParaRPr>
          </a:p>
          <a:p>
            <a:r>
              <a:rPr lang="en-US" sz="1600" b="1">
                <a:latin typeface="Times New Roman"/>
                <a:cs typeface="Times New Roman"/>
              </a:rPr>
              <a:t>Logical Error Model</a:t>
            </a:r>
            <a:endParaRPr lang="en-US" sz="1600">
              <a:latin typeface="Times New Roman"/>
              <a:cs typeface="Times New Roman"/>
            </a:endParaRPr>
          </a:p>
          <a:p>
            <a:r>
              <a:rPr lang="en-US" sz="1600" i="1">
                <a:solidFill>
                  <a:srgbClr val="000000"/>
                </a:solidFill>
                <a:latin typeface="Times New Roman"/>
                <a:ea typeface="+mn-lt"/>
                <a:cs typeface="Times New Roman"/>
              </a:rPr>
              <a:t>PL≈Nlocalpl+N2Qp2Q+NcommPcomm+Tλ</a:t>
            </a:r>
          </a:p>
          <a:p>
            <a:r>
              <a:rPr lang="en-US" sz="1600">
                <a:solidFill>
                  <a:srgbClr val="000000"/>
                </a:solidFill>
                <a:latin typeface="Times New Roman"/>
                <a:ea typeface="+mn-lt"/>
                <a:cs typeface="Times New Roman"/>
              </a:rPr>
              <a:t>Where:</a:t>
            </a:r>
            <a:endParaRPr lang="en-US" sz="1600">
              <a:latin typeface="Times New Roman"/>
              <a:cs typeface="Times New Roman"/>
            </a:endParaRPr>
          </a:p>
          <a:p>
            <a:pPr marL="285750" indent="-285750">
              <a:buFont typeface="Arial"/>
              <a:buChar char="•"/>
            </a:pPr>
            <a:r>
              <a:rPr lang="en-US" sz="1600" err="1">
                <a:solidFill>
                  <a:srgbClr val="000000"/>
                </a:solidFill>
                <a:latin typeface="Times New Roman"/>
                <a:ea typeface="+mn-lt"/>
                <a:cs typeface="Times New Roman"/>
              </a:rPr>
              <a:t>Nlocalpl</a:t>
            </a:r>
            <a:r>
              <a:rPr lang="en-US" sz="1600">
                <a:solidFill>
                  <a:srgbClr val="000000"/>
                </a:solidFill>
                <a:latin typeface="Times New Roman"/>
                <a:ea typeface="+mn-lt"/>
                <a:cs typeface="Times New Roman"/>
              </a:rPr>
              <a:t> : Local gate errors </a:t>
            </a:r>
            <a:endParaRPr lang="en-US" sz="1600">
              <a:latin typeface="Times New Roman"/>
              <a:cs typeface="Times New Roman"/>
            </a:endParaRPr>
          </a:p>
          <a:p>
            <a:pPr marL="285750" indent="-285750">
              <a:buFont typeface="Arial"/>
              <a:buChar char="•"/>
            </a:pPr>
            <a:r>
              <a:rPr lang="en-US" sz="1600">
                <a:solidFill>
                  <a:srgbClr val="000000"/>
                </a:solidFill>
                <a:latin typeface="Times New Roman"/>
                <a:ea typeface="+mn-lt"/>
                <a:cs typeface="Times New Roman"/>
              </a:rPr>
              <a:t>N2Qp2Q : Two-qubit gate errors </a:t>
            </a:r>
            <a:endParaRPr lang="en-US" sz="1600">
              <a:latin typeface="Times New Roman"/>
              <a:cs typeface="Times New Roman"/>
            </a:endParaRPr>
          </a:p>
          <a:p>
            <a:pPr marL="285750" indent="-285750">
              <a:buFont typeface="Arial"/>
              <a:buChar char="•"/>
            </a:pPr>
            <a:r>
              <a:rPr lang="en-US" sz="1600" err="1">
                <a:solidFill>
                  <a:srgbClr val="000000"/>
                </a:solidFill>
                <a:latin typeface="Times New Roman"/>
                <a:ea typeface="+mn-lt"/>
                <a:cs typeface="Times New Roman"/>
              </a:rPr>
              <a:t>NcommPcomm</a:t>
            </a:r>
            <a:r>
              <a:rPr lang="en-US" sz="1600">
                <a:solidFill>
                  <a:srgbClr val="000000"/>
                </a:solidFill>
                <a:latin typeface="Times New Roman"/>
                <a:ea typeface="+mn-lt"/>
                <a:cs typeface="Times New Roman"/>
              </a:rPr>
              <a:t>: Communication-induced errors </a:t>
            </a:r>
            <a:endParaRPr lang="en-US" sz="1600">
              <a:latin typeface="Times New Roman"/>
              <a:cs typeface="Times New Roman"/>
            </a:endParaRPr>
          </a:p>
          <a:p>
            <a:pPr marL="285750" indent="-285750">
              <a:buFont typeface="Arial"/>
              <a:buChar char="•"/>
            </a:pPr>
            <a:r>
              <a:rPr lang="en-US" sz="1600" err="1">
                <a:solidFill>
                  <a:srgbClr val="000000"/>
                </a:solidFill>
                <a:latin typeface="Times New Roman"/>
                <a:ea typeface="+mn-lt"/>
                <a:cs typeface="Times New Roman"/>
              </a:rPr>
              <a:t>Tλ</a:t>
            </a:r>
            <a:r>
              <a:rPr lang="en-US" sz="1600">
                <a:solidFill>
                  <a:srgbClr val="000000"/>
                </a:solidFill>
                <a:latin typeface="Times New Roman"/>
                <a:ea typeface="+mn-lt"/>
                <a:cs typeface="Times New Roman"/>
              </a:rPr>
              <a:t>: Decoherence accumulated during execution </a:t>
            </a:r>
            <a:endParaRPr lang="en-US">
              <a:latin typeface="Times New Roman"/>
              <a:cs typeface="Times New Roman"/>
            </a:endParaRPr>
          </a:p>
        </p:txBody>
      </p:sp>
      <p:sp>
        <p:nvSpPr>
          <p:cNvPr id="6" name="TextBox 5">
            <a:extLst>
              <a:ext uri="{FF2B5EF4-FFF2-40B4-BE49-F238E27FC236}">
                <a16:creationId xmlns:a16="http://schemas.microsoft.com/office/drawing/2014/main" id="{5DF5EE0B-BB4C-42F3-64D3-BAA17565E675}"/>
              </a:ext>
            </a:extLst>
          </p:cNvPr>
          <p:cNvSpPr txBox="1"/>
          <p:nvPr/>
        </p:nvSpPr>
        <p:spPr>
          <a:xfrm>
            <a:off x="-1" y="6302828"/>
            <a:ext cx="12206514"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i="1">
                <a:solidFill>
                  <a:srgbClr val="000000"/>
                </a:solidFill>
                <a:latin typeface="Times New Roman"/>
                <a:ea typeface="+mn-lt"/>
                <a:cs typeface="Times New Roman"/>
              </a:rPr>
              <a:t>The communication overhead introduced by distributed execution is largely compensated by reductions in routing overhead, circuit depth, and decoherence. As a result, the </a:t>
            </a:r>
            <a:r>
              <a:rPr lang="en-US" sz="1400" i="1" u="none" strike="noStrike" baseline="0">
                <a:solidFill>
                  <a:srgbClr val="000000"/>
                </a:solidFill>
                <a:latin typeface="Times New Roman"/>
                <a:ea typeface="+mn-lt"/>
                <a:cs typeface="Times New Roman"/>
              </a:rPr>
              <a:t>logical error</a:t>
            </a:r>
            <a:r>
              <a:rPr lang="en-US" sz="1400" i="1">
                <a:solidFill>
                  <a:srgbClr val="000000"/>
                </a:solidFill>
                <a:latin typeface="Times New Roman"/>
                <a:ea typeface="+mn-lt"/>
                <a:cs typeface="Times New Roman"/>
              </a:rPr>
              <a:t> of the optimized Distributed-Fast architecture becomes only slightly lower than that of the Direct architecture</a:t>
            </a:r>
            <a:r>
              <a:rPr lang="en-US" sz="1600" i="1">
                <a:solidFill>
                  <a:srgbClr val="000000"/>
                </a:solidFill>
                <a:latin typeface="Times New Roman"/>
                <a:ea typeface="+mn-lt"/>
                <a:cs typeface="Times New Roman"/>
              </a:rPr>
              <a:t>.</a:t>
            </a:r>
            <a:endParaRPr lang="en-US" sz="1600" i="1">
              <a:latin typeface="Times New Roman"/>
              <a:cs typeface="Times New Roman"/>
            </a:endParaRPr>
          </a:p>
        </p:txBody>
      </p:sp>
      <p:sp>
        <p:nvSpPr>
          <p:cNvPr id="9" name="TextBox 8">
            <a:extLst>
              <a:ext uri="{FF2B5EF4-FFF2-40B4-BE49-F238E27FC236}">
                <a16:creationId xmlns:a16="http://schemas.microsoft.com/office/drawing/2014/main" id="{8653016A-A98B-1981-330C-50A1DCA2C6E9}"/>
              </a:ext>
            </a:extLst>
          </p:cNvPr>
          <p:cNvSpPr txBox="1"/>
          <p:nvPr/>
        </p:nvSpPr>
        <p:spPr>
          <a:xfrm>
            <a:off x="188684" y="2318656"/>
            <a:ext cx="3120572" cy="35394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b="1">
                <a:latin typeface="Times New Roman"/>
                <a:cs typeface="Times New Roman"/>
              </a:rPr>
              <a:t>Distributed-Fast Architecture</a:t>
            </a:r>
            <a:endParaRPr lang="en-US" sz="1600">
              <a:latin typeface="Times New Roman"/>
              <a:cs typeface="Times New Roman"/>
            </a:endParaRPr>
          </a:p>
          <a:p>
            <a:pPr algn="ctr"/>
            <a:endParaRPr lang="en-US" sz="1600" b="1">
              <a:latin typeface="Times New Roman"/>
              <a:cs typeface="Times New Roman"/>
            </a:endParaRPr>
          </a:p>
          <a:p>
            <a:pPr algn="just"/>
            <a:r>
              <a:rPr lang="en-US" sz="1600">
                <a:latin typeface="Times New Roman"/>
                <a:cs typeface="Times New Roman"/>
              </a:rPr>
              <a:t>Additional Cost</a:t>
            </a:r>
          </a:p>
          <a:p>
            <a:pPr marL="285750" indent="-285750" algn="just">
              <a:buFont typeface="Arial"/>
              <a:buChar char="•"/>
            </a:pPr>
            <a:r>
              <a:rPr lang="en-US" sz="1600" err="1">
                <a:latin typeface="Times New Roman"/>
                <a:ea typeface="+mn-lt"/>
                <a:cs typeface="Times New Roman"/>
              </a:rPr>
              <a:t>Ncomm</a:t>
            </a:r>
            <a:r>
              <a:rPr lang="en-US" sz="1600">
                <a:latin typeface="Times New Roman"/>
                <a:ea typeface="+mn-lt"/>
                <a:cs typeface="Times New Roman"/>
              </a:rPr>
              <a:t>&gt;0 </a:t>
            </a:r>
            <a:endParaRPr lang="en-US" sz="1600">
              <a:latin typeface="Times New Roman"/>
              <a:cs typeface="Times New Roman"/>
            </a:endParaRPr>
          </a:p>
          <a:p>
            <a:pPr marL="285750" indent="-285750" algn="just">
              <a:buFont typeface="Arial"/>
              <a:buChar char="•"/>
            </a:pPr>
            <a:r>
              <a:rPr lang="en-US" sz="1600">
                <a:solidFill>
                  <a:srgbClr val="000000"/>
                </a:solidFill>
                <a:latin typeface="Times New Roman"/>
                <a:ea typeface="+mn-lt"/>
                <a:cs typeface="Times New Roman"/>
              </a:rPr>
              <a:t>Bell-pair generation </a:t>
            </a:r>
            <a:endParaRPr lang="en-US" sz="1600">
              <a:latin typeface="Times New Roman"/>
              <a:cs typeface="Times New Roman"/>
            </a:endParaRPr>
          </a:p>
          <a:p>
            <a:pPr marL="285750" indent="-285750" algn="just">
              <a:buFont typeface="Arial"/>
              <a:buChar char="•"/>
            </a:pPr>
            <a:r>
              <a:rPr lang="en-US" sz="1600">
                <a:solidFill>
                  <a:srgbClr val="000000"/>
                </a:solidFill>
                <a:latin typeface="Times New Roman"/>
                <a:ea typeface="+mn-lt"/>
                <a:cs typeface="Times New Roman"/>
              </a:rPr>
              <a:t>Teleportation </a:t>
            </a:r>
            <a:endParaRPr lang="en-US" sz="1600">
              <a:latin typeface="Times New Roman"/>
              <a:cs typeface="Times New Roman"/>
            </a:endParaRPr>
          </a:p>
          <a:p>
            <a:pPr marL="285750" indent="-285750" algn="just">
              <a:buFont typeface="Arial"/>
              <a:buChar char="•"/>
            </a:pPr>
            <a:r>
              <a:rPr lang="en-US" sz="1600">
                <a:solidFill>
                  <a:srgbClr val="000000"/>
                </a:solidFill>
                <a:latin typeface="Times New Roman"/>
                <a:ea typeface="+mn-lt"/>
                <a:cs typeface="Times New Roman"/>
              </a:rPr>
              <a:t>Classical communication </a:t>
            </a:r>
            <a:endParaRPr lang="en-US" sz="1600">
              <a:latin typeface="Times New Roman"/>
              <a:cs typeface="Times New Roman"/>
            </a:endParaRPr>
          </a:p>
          <a:p>
            <a:pPr marL="285750" indent="-285750" algn="just">
              <a:buFont typeface="Arial"/>
              <a:buChar char="•"/>
            </a:pPr>
            <a:endParaRPr lang="en-US" sz="1600">
              <a:latin typeface="Times New Roman"/>
              <a:cs typeface="Times New Roman"/>
            </a:endParaRPr>
          </a:p>
          <a:p>
            <a:pPr algn="just"/>
            <a:r>
              <a:rPr lang="en-US" sz="1600">
                <a:latin typeface="Times New Roman"/>
                <a:cs typeface="Times New Roman"/>
              </a:rPr>
              <a:t>Compensating Benefits</a:t>
            </a:r>
          </a:p>
          <a:p>
            <a:pPr marL="285750" indent="-285750" algn="just">
              <a:buFont typeface="Arial"/>
              <a:buChar char="•"/>
            </a:pPr>
            <a:r>
              <a:rPr lang="en-US" sz="1600">
                <a:solidFill>
                  <a:srgbClr val="000000"/>
                </a:solidFill>
                <a:latin typeface="Times New Roman"/>
                <a:ea typeface="+mn-lt"/>
                <a:cs typeface="Times New Roman"/>
              </a:rPr>
              <a:t>Fewer SWAP gates </a:t>
            </a:r>
            <a:endParaRPr lang="en-US" sz="1600">
              <a:latin typeface="Times New Roman"/>
              <a:cs typeface="Times New Roman"/>
            </a:endParaRPr>
          </a:p>
          <a:p>
            <a:pPr marL="285750" indent="-285750" algn="just">
              <a:buFont typeface="Arial"/>
              <a:buChar char="•"/>
            </a:pPr>
            <a:r>
              <a:rPr lang="en-US" sz="1600">
                <a:solidFill>
                  <a:srgbClr val="000000"/>
                </a:solidFill>
                <a:latin typeface="Times New Roman"/>
                <a:ea typeface="+mn-lt"/>
                <a:cs typeface="Times New Roman"/>
              </a:rPr>
              <a:t>Reduced routing complexity </a:t>
            </a:r>
            <a:endParaRPr lang="en-US" sz="1600">
              <a:latin typeface="Times New Roman"/>
              <a:cs typeface="Times New Roman"/>
            </a:endParaRPr>
          </a:p>
          <a:p>
            <a:pPr marL="285750" indent="-285750" algn="just">
              <a:buFont typeface="Arial"/>
              <a:buChar char="•"/>
            </a:pPr>
            <a:r>
              <a:rPr lang="en-US" sz="1600">
                <a:solidFill>
                  <a:srgbClr val="000000"/>
                </a:solidFill>
                <a:latin typeface="Times New Roman"/>
                <a:ea typeface="+mn-lt"/>
                <a:cs typeface="Times New Roman"/>
              </a:rPr>
              <a:t>Smaller circuit depth </a:t>
            </a:r>
            <a:endParaRPr lang="en-US" sz="1600">
              <a:latin typeface="Times New Roman"/>
              <a:cs typeface="Times New Roman"/>
            </a:endParaRPr>
          </a:p>
          <a:p>
            <a:pPr marL="285750" indent="-285750" algn="just">
              <a:buFont typeface="Arial"/>
              <a:buChar char="•"/>
            </a:pPr>
            <a:r>
              <a:rPr lang="en-US" sz="1600">
                <a:solidFill>
                  <a:srgbClr val="000000"/>
                </a:solidFill>
                <a:latin typeface="Times New Roman"/>
                <a:ea typeface="+mn-lt"/>
                <a:cs typeface="Times New Roman"/>
              </a:rPr>
              <a:t>Less qubit idle time </a:t>
            </a:r>
            <a:endParaRPr lang="en-US" sz="1600">
              <a:latin typeface="Times New Roman"/>
              <a:cs typeface="Times New Roman"/>
            </a:endParaRPr>
          </a:p>
          <a:p>
            <a:pPr marL="285750" indent="-285750" algn="just">
              <a:buFont typeface="Arial"/>
              <a:buChar char="•"/>
            </a:pPr>
            <a:r>
              <a:rPr lang="en-US" sz="1600">
                <a:solidFill>
                  <a:srgbClr val="000000"/>
                </a:solidFill>
                <a:latin typeface="Times New Roman"/>
                <a:ea typeface="+mn-lt"/>
                <a:cs typeface="Times New Roman"/>
              </a:rPr>
              <a:t>Faster execution</a:t>
            </a:r>
            <a:endParaRPr lang="en-US" sz="1600">
              <a:latin typeface="Times New Roman"/>
              <a:ea typeface="+mn-lt"/>
              <a:cs typeface="Times New Roman"/>
            </a:endParaRPr>
          </a:p>
        </p:txBody>
      </p:sp>
      <p:sp>
        <p:nvSpPr>
          <p:cNvPr id="10" name="TextBox 9">
            <a:extLst>
              <a:ext uri="{FF2B5EF4-FFF2-40B4-BE49-F238E27FC236}">
                <a16:creationId xmlns:a16="http://schemas.microsoft.com/office/drawing/2014/main" id="{2DE62E89-02F3-C36A-048C-03161D92F817}"/>
              </a:ext>
            </a:extLst>
          </p:cNvPr>
          <p:cNvSpPr txBox="1"/>
          <p:nvPr/>
        </p:nvSpPr>
        <p:spPr>
          <a:xfrm>
            <a:off x="8977085" y="2318658"/>
            <a:ext cx="3127828" cy="32932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b="1">
                <a:latin typeface="Times New Roman"/>
                <a:cs typeface="Times New Roman"/>
              </a:rPr>
              <a:t>Direct Architecture</a:t>
            </a:r>
            <a:endParaRPr lang="en-US" sz="1600">
              <a:latin typeface="Times New Roman"/>
              <a:cs typeface="Times New Roman"/>
            </a:endParaRPr>
          </a:p>
          <a:p>
            <a:pPr algn="ctr"/>
            <a:endParaRPr lang="en-US" sz="1600" b="1">
              <a:latin typeface="Times New Roman"/>
              <a:cs typeface="Times New Roman"/>
            </a:endParaRPr>
          </a:p>
          <a:p>
            <a:r>
              <a:rPr lang="en-US" sz="1600" i="1">
                <a:latin typeface="Times New Roman"/>
                <a:cs typeface="Times New Roman"/>
              </a:rPr>
              <a:t>Advantages</a:t>
            </a:r>
          </a:p>
          <a:p>
            <a:pPr marL="285750" indent="-285750">
              <a:buFont typeface="Arial"/>
              <a:buChar char="•"/>
            </a:pPr>
            <a:r>
              <a:rPr lang="en-US" sz="1600" err="1">
                <a:latin typeface="Times New Roman"/>
                <a:ea typeface="+mn-lt"/>
                <a:cs typeface="Times New Roman"/>
              </a:rPr>
              <a:t>Ncomm</a:t>
            </a:r>
            <a:r>
              <a:rPr lang="en-US" sz="1600">
                <a:latin typeface="Times New Roman"/>
                <a:ea typeface="+mn-lt"/>
                <a:cs typeface="Times New Roman"/>
              </a:rPr>
              <a:t>=0</a:t>
            </a:r>
          </a:p>
          <a:p>
            <a:pPr marL="285750" indent="-285750">
              <a:buFont typeface="Arial"/>
              <a:buChar char="•"/>
            </a:pPr>
            <a:r>
              <a:rPr lang="en-US" sz="1600">
                <a:latin typeface="Times New Roman"/>
                <a:ea typeface="+mn-lt"/>
                <a:cs typeface="Times New Roman"/>
              </a:rPr>
              <a:t>No Bell-pair generation </a:t>
            </a:r>
            <a:endParaRPr lang="en-US" sz="1600">
              <a:latin typeface="Times New Roman"/>
              <a:cs typeface="Times New Roman"/>
            </a:endParaRPr>
          </a:p>
          <a:p>
            <a:pPr marL="285750" indent="-285750">
              <a:buFont typeface="Arial"/>
              <a:buChar char="•"/>
            </a:pPr>
            <a:r>
              <a:rPr lang="en-US" sz="1600">
                <a:latin typeface="Times New Roman"/>
                <a:ea typeface="+mn-lt"/>
                <a:cs typeface="Times New Roman"/>
              </a:rPr>
              <a:t>No teleportation </a:t>
            </a:r>
            <a:endParaRPr lang="en-US" sz="1600">
              <a:latin typeface="Times New Roman"/>
              <a:cs typeface="Times New Roman"/>
            </a:endParaRPr>
          </a:p>
          <a:p>
            <a:pPr marL="285750" indent="-285750">
              <a:buFont typeface="Arial"/>
              <a:buChar char="•"/>
            </a:pPr>
            <a:r>
              <a:rPr lang="en-US" sz="1600">
                <a:latin typeface="Times New Roman"/>
                <a:ea typeface="+mn-lt"/>
                <a:cs typeface="Times New Roman"/>
              </a:rPr>
              <a:t>No classical synchronization </a:t>
            </a:r>
          </a:p>
          <a:p>
            <a:pPr marL="285750" indent="-285750">
              <a:buFont typeface="Arial"/>
              <a:buChar char="•"/>
            </a:pPr>
            <a:endParaRPr lang="en-US" sz="1600">
              <a:latin typeface="Times New Roman"/>
              <a:cs typeface="Times New Roman"/>
            </a:endParaRPr>
          </a:p>
          <a:p>
            <a:r>
              <a:rPr lang="en-US" sz="1600" i="1">
                <a:latin typeface="Times New Roman"/>
                <a:cs typeface="Times New Roman"/>
              </a:rPr>
              <a:t>Limitations</a:t>
            </a:r>
          </a:p>
          <a:p>
            <a:pPr marL="285750" indent="-285750">
              <a:buFont typeface="Arial"/>
              <a:buChar char="•"/>
            </a:pPr>
            <a:r>
              <a:rPr lang="en-US" sz="1600">
                <a:latin typeface="Times New Roman"/>
                <a:ea typeface="+mn-lt"/>
                <a:cs typeface="Times New Roman"/>
              </a:rPr>
              <a:t>Long SWAP chains </a:t>
            </a:r>
            <a:endParaRPr lang="en-US" sz="1600">
              <a:latin typeface="Times New Roman"/>
              <a:cs typeface="Times New Roman"/>
            </a:endParaRPr>
          </a:p>
          <a:p>
            <a:pPr marL="285750" indent="-285750">
              <a:buFont typeface="Arial"/>
              <a:buChar char="•"/>
            </a:pPr>
            <a:r>
              <a:rPr lang="en-US" sz="1600">
                <a:latin typeface="Times New Roman"/>
                <a:ea typeface="+mn-lt"/>
                <a:cs typeface="Times New Roman"/>
              </a:rPr>
              <a:t>Larger routing overhead </a:t>
            </a:r>
            <a:endParaRPr lang="en-US" sz="1600">
              <a:latin typeface="Times New Roman"/>
              <a:cs typeface="Times New Roman"/>
            </a:endParaRPr>
          </a:p>
          <a:p>
            <a:pPr marL="285750" indent="-285750">
              <a:buFont typeface="Arial"/>
              <a:buChar char="•"/>
            </a:pPr>
            <a:r>
              <a:rPr lang="en-US" sz="1600">
                <a:latin typeface="Times New Roman"/>
                <a:ea typeface="+mn-lt"/>
                <a:cs typeface="Times New Roman"/>
              </a:rPr>
              <a:t>Increased idle time </a:t>
            </a:r>
            <a:endParaRPr lang="en-US" sz="1600">
              <a:latin typeface="Times New Roman"/>
              <a:cs typeface="Times New Roman"/>
            </a:endParaRPr>
          </a:p>
          <a:p>
            <a:pPr marL="285750" indent="-285750">
              <a:buFont typeface="Arial"/>
              <a:buChar char="•"/>
            </a:pPr>
            <a:r>
              <a:rPr lang="en-US" sz="1600">
                <a:latin typeface="Times New Roman"/>
                <a:ea typeface="+mn-lt"/>
                <a:cs typeface="Times New Roman"/>
              </a:rPr>
              <a:t>Higher circuit depth</a:t>
            </a:r>
            <a:endParaRPr lang="en-US" sz="1600">
              <a:latin typeface="Times New Roman"/>
              <a:cs typeface="Times New Roman"/>
            </a:endParaRPr>
          </a:p>
        </p:txBody>
      </p:sp>
    </p:spTree>
    <p:extLst>
      <p:ext uri="{BB962C8B-B14F-4D97-AF65-F5344CB8AC3E}">
        <p14:creationId xmlns:p14="http://schemas.microsoft.com/office/powerpoint/2010/main" val="9890329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B9A5C-7591-FD87-98DD-7B73F19AE86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A080FE8-16CA-B7F2-7792-FEC8ED958F70}"/>
              </a:ext>
            </a:extLst>
          </p:cNvPr>
          <p:cNvSpPr txBox="1"/>
          <p:nvPr/>
        </p:nvSpPr>
        <p:spPr>
          <a:xfrm>
            <a:off x="2859316" y="-3628"/>
            <a:ext cx="6821713"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solidFill>
                  <a:srgbClr val="000000"/>
                </a:solidFill>
                <a:latin typeface="Times New Roman"/>
                <a:ea typeface="+mn-lt"/>
                <a:cs typeface="Times New Roman"/>
              </a:rPr>
              <a:t>Teleportation Replaces SWAP Chains</a:t>
            </a:r>
            <a:endParaRPr lang="en-US">
              <a:latin typeface="Times New Roman"/>
              <a:cs typeface="Times New Roman"/>
            </a:endParaRPr>
          </a:p>
        </p:txBody>
      </p:sp>
      <p:sp>
        <p:nvSpPr>
          <p:cNvPr id="6" name="TextBox 5">
            <a:extLst>
              <a:ext uri="{FF2B5EF4-FFF2-40B4-BE49-F238E27FC236}">
                <a16:creationId xmlns:a16="http://schemas.microsoft.com/office/drawing/2014/main" id="{2304B3E3-E9E7-6436-4D4F-49460EA1CD0D}"/>
              </a:ext>
            </a:extLst>
          </p:cNvPr>
          <p:cNvSpPr txBox="1"/>
          <p:nvPr/>
        </p:nvSpPr>
        <p:spPr>
          <a:xfrm>
            <a:off x="-1" y="6549571"/>
            <a:ext cx="12206514"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i="1">
                <a:solidFill>
                  <a:srgbClr val="000000"/>
                </a:solidFill>
                <a:latin typeface="Times New Roman"/>
                <a:ea typeface="+mn-lt"/>
                <a:cs typeface="Times New Roman"/>
              </a:rPr>
              <a:t>Teleportation replaces long SWAP chains, substantially reducing two-qubit gate overhead even though communication operations are introduced.</a:t>
            </a:r>
            <a:endParaRPr lang="en-US" sz="1400" i="1">
              <a:latin typeface="Times New Roman"/>
              <a:ea typeface="+mn-lt"/>
              <a:cs typeface="Times New Roman"/>
            </a:endParaRPr>
          </a:p>
        </p:txBody>
      </p:sp>
      <p:pic>
        <p:nvPicPr>
          <p:cNvPr id="4" name="Picture 3">
            <a:extLst>
              <a:ext uri="{FF2B5EF4-FFF2-40B4-BE49-F238E27FC236}">
                <a16:creationId xmlns:a16="http://schemas.microsoft.com/office/drawing/2014/main" id="{8925227A-C247-E8FE-FA47-BB030608F20D}"/>
              </a:ext>
            </a:extLst>
          </p:cNvPr>
          <p:cNvPicPr>
            <a:picLocks noChangeAspect="1"/>
          </p:cNvPicPr>
          <p:nvPr/>
        </p:nvPicPr>
        <p:blipFill>
          <a:blip r:embed="rId2"/>
          <a:srcRect t="8385" r="52301" b="16048"/>
          <a:stretch>
            <a:fillRect/>
          </a:stretch>
        </p:blipFill>
        <p:spPr>
          <a:xfrm>
            <a:off x="246743" y="785485"/>
            <a:ext cx="4085781" cy="4855815"/>
          </a:xfrm>
          <a:prstGeom prst="rect">
            <a:avLst/>
          </a:prstGeom>
        </p:spPr>
      </p:pic>
      <p:pic>
        <p:nvPicPr>
          <p:cNvPr id="3" name="Picture 2">
            <a:extLst>
              <a:ext uri="{FF2B5EF4-FFF2-40B4-BE49-F238E27FC236}">
                <a16:creationId xmlns:a16="http://schemas.microsoft.com/office/drawing/2014/main" id="{88941C88-E317-3857-A5A9-34A6BD0FD72B}"/>
              </a:ext>
            </a:extLst>
          </p:cNvPr>
          <p:cNvPicPr>
            <a:picLocks noChangeAspect="1"/>
          </p:cNvPicPr>
          <p:nvPr/>
        </p:nvPicPr>
        <p:blipFill>
          <a:blip r:embed="rId2"/>
          <a:srcRect l="50790" t="8814" r="1778" b="15593"/>
          <a:stretch>
            <a:fillRect/>
          </a:stretch>
        </p:blipFill>
        <p:spPr>
          <a:xfrm>
            <a:off x="7553441" y="785484"/>
            <a:ext cx="4077426" cy="4850247"/>
          </a:xfrm>
          <a:prstGeom prst="rect">
            <a:avLst/>
          </a:prstGeom>
        </p:spPr>
      </p:pic>
    </p:spTree>
    <p:extLst>
      <p:ext uri="{BB962C8B-B14F-4D97-AF65-F5344CB8AC3E}">
        <p14:creationId xmlns:p14="http://schemas.microsoft.com/office/powerpoint/2010/main" val="24401259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B7AB1-E7DE-2CC8-D9E9-9BF0990923E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55C47E0-7A23-1FF3-994F-E9E089C2B73E}"/>
              </a:ext>
            </a:extLst>
          </p:cNvPr>
          <p:cNvSpPr txBox="1"/>
          <p:nvPr/>
        </p:nvSpPr>
        <p:spPr>
          <a:xfrm>
            <a:off x="2859316" y="-3628"/>
            <a:ext cx="6821713"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solidFill>
                  <a:srgbClr val="000000"/>
                </a:solidFill>
                <a:latin typeface="Times New Roman"/>
                <a:ea typeface="+mn-lt"/>
                <a:cs typeface="Times New Roman"/>
              </a:rPr>
              <a:t>Fast Communication Hides Latency</a:t>
            </a:r>
            <a:endParaRPr lang="en-US">
              <a:latin typeface="Times New Roman"/>
              <a:cs typeface="Times New Roman"/>
            </a:endParaRPr>
          </a:p>
        </p:txBody>
      </p:sp>
      <p:sp>
        <p:nvSpPr>
          <p:cNvPr id="6" name="TextBox 5">
            <a:extLst>
              <a:ext uri="{FF2B5EF4-FFF2-40B4-BE49-F238E27FC236}">
                <a16:creationId xmlns:a16="http://schemas.microsoft.com/office/drawing/2014/main" id="{619D08B4-F047-7DC8-D0C6-60B713BA91E9}"/>
              </a:ext>
            </a:extLst>
          </p:cNvPr>
          <p:cNvSpPr txBox="1"/>
          <p:nvPr/>
        </p:nvSpPr>
        <p:spPr>
          <a:xfrm>
            <a:off x="-1" y="6549571"/>
            <a:ext cx="12206514"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i="1" dirty="0">
                <a:solidFill>
                  <a:srgbClr val="000000"/>
                </a:solidFill>
                <a:latin typeface="Times New Roman"/>
                <a:ea typeface="+mn-lt"/>
                <a:cs typeface="Times New Roman"/>
              </a:rPr>
              <a:t>Fast Buffered and asynchronous communication is the key that makes </a:t>
            </a:r>
            <a:r>
              <a:rPr lang="en-US" sz="1400" i="1">
                <a:solidFill>
                  <a:srgbClr val="000000"/>
                </a:solidFill>
                <a:latin typeface="Times New Roman"/>
                <a:ea typeface="+mn-lt"/>
                <a:cs typeface="Times New Roman"/>
              </a:rPr>
              <a:t>distributed</a:t>
            </a:r>
            <a:r>
              <a:rPr lang="en-US" sz="1400" i="1" dirty="0">
                <a:solidFill>
                  <a:srgbClr val="000000"/>
                </a:solidFill>
                <a:latin typeface="Times New Roman"/>
                <a:ea typeface="+mn-lt"/>
                <a:cs typeface="Times New Roman"/>
              </a:rPr>
              <a:t> </a:t>
            </a:r>
            <a:r>
              <a:rPr lang="en-US" sz="1400" i="1">
                <a:solidFill>
                  <a:srgbClr val="000000"/>
                </a:solidFill>
                <a:latin typeface="Times New Roman"/>
                <a:ea typeface="+mn-lt"/>
                <a:cs typeface="Times New Roman"/>
              </a:rPr>
              <a:t>competitive</a:t>
            </a:r>
            <a:r>
              <a:rPr lang="en-US" sz="1400" i="1" dirty="0">
                <a:solidFill>
                  <a:srgbClr val="000000"/>
                </a:solidFill>
                <a:latin typeface="Times New Roman"/>
                <a:ea typeface="+mn-lt"/>
                <a:cs typeface="Times New Roman"/>
              </a:rPr>
              <a:t> or even better with direct </a:t>
            </a:r>
            <a:r>
              <a:rPr lang="en-US" sz="1400" i="1">
                <a:solidFill>
                  <a:srgbClr val="000000"/>
                </a:solidFill>
                <a:latin typeface="Times New Roman"/>
                <a:ea typeface="+mn-lt"/>
                <a:cs typeface="Times New Roman"/>
              </a:rPr>
              <a:t>architecture. </a:t>
            </a:r>
            <a:endParaRPr lang="en-US"/>
          </a:p>
        </p:txBody>
      </p:sp>
      <p:pic>
        <p:nvPicPr>
          <p:cNvPr id="5" name="Picture 4">
            <a:extLst>
              <a:ext uri="{FF2B5EF4-FFF2-40B4-BE49-F238E27FC236}">
                <a16:creationId xmlns:a16="http://schemas.microsoft.com/office/drawing/2014/main" id="{71EBAF78-DA57-29CB-1FBE-234146FD218F}"/>
              </a:ext>
            </a:extLst>
          </p:cNvPr>
          <p:cNvPicPr>
            <a:picLocks noChangeAspect="1"/>
          </p:cNvPicPr>
          <p:nvPr/>
        </p:nvPicPr>
        <p:blipFill>
          <a:blip r:embed="rId2"/>
          <a:srcRect t="8446" r="-565" b="6984"/>
          <a:stretch>
            <a:fillRect/>
          </a:stretch>
        </p:blipFill>
        <p:spPr>
          <a:xfrm>
            <a:off x="952500" y="580886"/>
            <a:ext cx="10345090" cy="5799856"/>
          </a:xfrm>
          <a:prstGeom prst="rect">
            <a:avLst/>
          </a:prstGeom>
        </p:spPr>
      </p:pic>
    </p:spTree>
    <p:extLst>
      <p:ext uri="{BB962C8B-B14F-4D97-AF65-F5344CB8AC3E}">
        <p14:creationId xmlns:p14="http://schemas.microsoft.com/office/powerpoint/2010/main" val="16442389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B7AB1-E7DE-2CC8-D9E9-9BF0990923E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55C47E0-7A23-1FF3-994F-E9E089C2B73E}"/>
              </a:ext>
            </a:extLst>
          </p:cNvPr>
          <p:cNvSpPr txBox="1"/>
          <p:nvPr/>
        </p:nvSpPr>
        <p:spPr>
          <a:xfrm>
            <a:off x="2859316" y="-3628"/>
            <a:ext cx="6821713"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solidFill>
                  <a:srgbClr val="000000"/>
                </a:solidFill>
                <a:latin typeface="Times New Roman"/>
                <a:ea typeface="+mn-lt"/>
                <a:cs typeface="Times New Roman"/>
              </a:rPr>
              <a:t>Why Does Distributed-Fast Still Win?</a:t>
            </a:r>
            <a:endParaRPr lang="en-US">
              <a:latin typeface="Times New Roman"/>
              <a:cs typeface="Times New Roman"/>
            </a:endParaRPr>
          </a:p>
        </p:txBody>
      </p:sp>
      <p:sp>
        <p:nvSpPr>
          <p:cNvPr id="6" name="TextBox 5">
            <a:extLst>
              <a:ext uri="{FF2B5EF4-FFF2-40B4-BE49-F238E27FC236}">
                <a16:creationId xmlns:a16="http://schemas.microsoft.com/office/drawing/2014/main" id="{619D08B4-F047-7DC8-D0C6-60B713BA91E9}"/>
              </a:ext>
            </a:extLst>
          </p:cNvPr>
          <p:cNvSpPr txBox="1"/>
          <p:nvPr/>
        </p:nvSpPr>
        <p:spPr>
          <a:xfrm>
            <a:off x="-1" y="6121400"/>
            <a:ext cx="12206514"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i="1">
                <a:solidFill>
                  <a:srgbClr val="000000"/>
                </a:solidFill>
                <a:latin typeface="Times New Roman"/>
                <a:ea typeface="+mn-lt"/>
                <a:cs typeface="Times New Roman"/>
              </a:rPr>
              <a:t>The communication cost introduced by distributed execution is </a:t>
            </a:r>
            <a:r>
              <a:rPr lang="en-US" sz="1400" b="1" i="1">
                <a:solidFill>
                  <a:srgbClr val="000000"/>
                </a:solidFill>
                <a:latin typeface="Times New Roman"/>
                <a:ea typeface="+mn-lt"/>
                <a:cs typeface="Times New Roman"/>
              </a:rPr>
              <a:t>largely compensated</a:t>
            </a:r>
            <a:r>
              <a:rPr lang="en-US" sz="1400" i="1">
                <a:solidFill>
                  <a:srgbClr val="000000"/>
                </a:solidFill>
                <a:latin typeface="Times New Roman"/>
                <a:ea typeface="+mn-lt"/>
                <a:cs typeface="Times New Roman"/>
              </a:rPr>
              <a:t> by the reduction in circuit depth, routing overhead, and qubit idle time. Consequently, the </a:t>
            </a:r>
            <a:r>
              <a:rPr lang="en-US" sz="1400" b="1" i="1">
                <a:solidFill>
                  <a:srgbClr val="000000"/>
                </a:solidFill>
                <a:latin typeface="Times New Roman"/>
                <a:ea typeface="+mn-lt"/>
                <a:cs typeface="Times New Roman"/>
              </a:rPr>
              <a:t>total space-time error volume</a:t>
            </a:r>
            <a:r>
              <a:rPr lang="en-US" sz="1400" i="1">
                <a:solidFill>
                  <a:srgbClr val="000000"/>
                </a:solidFill>
                <a:latin typeface="Times New Roman"/>
                <a:ea typeface="+mn-lt"/>
                <a:cs typeface="Times New Roman"/>
              </a:rPr>
              <a:t> remains comparable to that of the direct architecture, explaining why the two logical-error curves are very close while the distributed-fast architecture still maintains a consistent advantage</a:t>
            </a:r>
            <a:endParaRPr lang="en-US" sz="1400" i="1">
              <a:latin typeface="Times New Roman"/>
              <a:cs typeface="Times New Roman"/>
            </a:endParaRPr>
          </a:p>
        </p:txBody>
      </p:sp>
      <p:sp>
        <p:nvSpPr>
          <p:cNvPr id="7" name="TextBox 6">
            <a:extLst>
              <a:ext uri="{FF2B5EF4-FFF2-40B4-BE49-F238E27FC236}">
                <a16:creationId xmlns:a16="http://schemas.microsoft.com/office/drawing/2014/main" id="{68901C9B-485D-50A7-B449-1A0016FA65C8}"/>
              </a:ext>
            </a:extLst>
          </p:cNvPr>
          <p:cNvSpPr txBox="1"/>
          <p:nvPr/>
        </p:nvSpPr>
        <p:spPr>
          <a:xfrm>
            <a:off x="420912" y="903514"/>
            <a:ext cx="3011715" cy="252376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latin typeface="Times New Roman"/>
                <a:cs typeface="Times New Roman"/>
              </a:rPr>
              <a:t>Direct Architecture</a:t>
            </a:r>
            <a:endParaRPr lang="en-US">
              <a:latin typeface="Times New Roman"/>
              <a:cs typeface="Times New Roman"/>
            </a:endParaRPr>
          </a:p>
          <a:p>
            <a:r>
              <a:rPr lang="en-US" sz="1400" b="1">
                <a:solidFill>
                  <a:srgbClr val="000000"/>
                </a:solidFill>
                <a:latin typeface="Times New Roman"/>
                <a:ea typeface="+mn-lt"/>
                <a:cs typeface="Times New Roman"/>
              </a:rPr>
              <a:t>Advantages</a:t>
            </a:r>
            <a:endParaRPr lang="en-US">
              <a:latin typeface="Times New Roman"/>
              <a:cs typeface="Times New Roman"/>
            </a:endParaRPr>
          </a:p>
          <a:p>
            <a:pPr marL="285750" indent="-285750">
              <a:buFont typeface="Arial"/>
              <a:buChar char="•"/>
            </a:pPr>
            <a:r>
              <a:rPr lang="en-US" sz="1400">
                <a:solidFill>
                  <a:srgbClr val="000000"/>
                </a:solidFill>
                <a:latin typeface="Times New Roman"/>
                <a:ea typeface="+mn-lt"/>
                <a:cs typeface="Times New Roman"/>
              </a:rPr>
              <a:t>No inter-module communication </a:t>
            </a:r>
            <a:endParaRPr lang="en-US">
              <a:latin typeface="Times New Roman"/>
              <a:ea typeface="+mn-lt"/>
              <a:cs typeface="Times New Roman"/>
            </a:endParaRPr>
          </a:p>
          <a:p>
            <a:pPr marL="285750" indent="-285750">
              <a:buFont typeface="Arial"/>
              <a:buChar char="•"/>
            </a:pPr>
            <a:r>
              <a:rPr lang="en-US" sz="1400">
                <a:solidFill>
                  <a:srgbClr val="000000"/>
                </a:solidFill>
                <a:latin typeface="Times New Roman"/>
                <a:ea typeface="+mn-lt"/>
                <a:cs typeface="Times New Roman"/>
              </a:rPr>
              <a:t>No Bell-pair generation </a:t>
            </a:r>
            <a:endParaRPr lang="en-US">
              <a:latin typeface="Times New Roman"/>
              <a:cs typeface="Times New Roman"/>
            </a:endParaRPr>
          </a:p>
          <a:p>
            <a:pPr marL="285750" indent="-285750">
              <a:buFont typeface="Arial"/>
              <a:buChar char="•"/>
            </a:pPr>
            <a:r>
              <a:rPr lang="en-US" sz="1400">
                <a:solidFill>
                  <a:srgbClr val="000000"/>
                </a:solidFill>
                <a:latin typeface="Times New Roman"/>
                <a:ea typeface="+mn-lt"/>
                <a:cs typeface="Times New Roman"/>
              </a:rPr>
              <a:t>No classical synchronization </a:t>
            </a:r>
            <a:endParaRPr lang="en-US">
              <a:latin typeface="Times New Roman"/>
              <a:cs typeface="Times New Roman"/>
            </a:endParaRPr>
          </a:p>
          <a:p>
            <a:r>
              <a:rPr lang="en-US" sz="1400" b="1">
                <a:solidFill>
                  <a:srgbClr val="000000"/>
                </a:solidFill>
                <a:latin typeface="Times New Roman"/>
                <a:ea typeface="+mn-lt"/>
                <a:cs typeface="Times New Roman"/>
              </a:rPr>
              <a:t>Disadvantages</a:t>
            </a:r>
            <a:endParaRPr lang="en-US">
              <a:latin typeface="Times New Roman"/>
              <a:cs typeface="Times New Roman"/>
            </a:endParaRPr>
          </a:p>
          <a:p>
            <a:pPr marL="285750" indent="-285750">
              <a:buFont typeface="Arial"/>
              <a:buChar char="•"/>
            </a:pPr>
            <a:r>
              <a:rPr lang="en-US" sz="1400">
                <a:solidFill>
                  <a:srgbClr val="000000"/>
                </a:solidFill>
                <a:latin typeface="Times New Roman"/>
                <a:ea typeface="+mn-lt"/>
                <a:cs typeface="Times New Roman"/>
              </a:rPr>
              <a:t>Long SWAP chains </a:t>
            </a:r>
            <a:endParaRPr lang="en-US">
              <a:latin typeface="Times New Roman"/>
              <a:cs typeface="Times New Roman"/>
            </a:endParaRPr>
          </a:p>
          <a:p>
            <a:pPr marL="285750" indent="-285750">
              <a:buFont typeface="Arial"/>
              <a:buChar char="•"/>
            </a:pPr>
            <a:r>
              <a:rPr lang="en-US" sz="1400">
                <a:solidFill>
                  <a:srgbClr val="000000"/>
                </a:solidFill>
                <a:latin typeface="Times New Roman"/>
                <a:ea typeface="+mn-lt"/>
                <a:cs typeface="Times New Roman"/>
              </a:rPr>
              <a:t>Higher routing overhead </a:t>
            </a:r>
            <a:endParaRPr lang="en-US">
              <a:latin typeface="Times New Roman"/>
              <a:cs typeface="Times New Roman"/>
            </a:endParaRPr>
          </a:p>
          <a:p>
            <a:pPr marL="285750" indent="-285750">
              <a:buFont typeface="Arial"/>
              <a:buChar char="•"/>
            </a:pPr>
            <a:r>
              <a:rPr lang="en-US" sz="1400">
                <a:solidFill>
                  <a:srgbClr val="000000"/>
                </a:solidFill>
                <a:latin typeface="Times New Roman"/>
                <a:ea typeface="+mn-lt"/>
                <a:cs typeface="Times New Roman"/>
              </a:rPr>
              <a:t>Larger circuit depth </a:t>
            </a:r>
            <a:endParaRPr lang="en-US">
              <a:latin typeface="Times New Roman"/>
              <a:cs typeface="Times New Roman"/>
            </a:endParaRPr>
          </a:p>
          <a:p>
            <a:pPr marL="285750" indent="-285750">
              <a:buFont typeface="Arial"/>
              <a:buChar char="•"/>
            </a:pPr>
            <a:r>
              <a:rPr lang="en-US" sz="1400">
                <a:solidFill>
                  <a:srgbClr val="000000"/>
                </a:solidFill>
                <a:latin typeface="Times New Roman"/>
                <a:ea typeface="+mn-lt"/>
                <a:cs typeface="Times New Roman"/>
              </a:rPr>
              <a:t>Increased qubit idle time</a:t>
            </a:r>
            <a:endParaRPr lang="en-US">
              <a:latin typeface="Times New Roman"/>
              <a:ea typeface="+mn-lt"/>
              <a:cs typeface="Times New Roman"/>
            </a:endParaRPr>
          </a:p>
          <a:p>
            <a:endParaRPr lang="en-US" sz="1400" i="1" dirty="0">
              <a:latin typeface="Times New Roman"/>
              <a:cs typeface="Times New Roman"/>
            </a:endParaRPr>
          </a:p>
        </p:txBody>
      </p:sp>
      <p:sp>
        <p:nvSpPr>
          <p:cNvPr id="8" name="TextBox 7">
            <a:extLst>
              <a:ext uri="{FF2B5EF4-FFF2-40B4-BE49-F238E27FC236}">
                <a16:creationId xmlns:a16="http://schemas.microsoft.com/office/drawing/2014/main" id="{0A4DB0CB-CDDB-55DC-7BC3-65FDE13EC330}"/>
              </a:ext>
            </a:extLst>
          </p:cNvPr>
          <p:cNvSpPr txBox="1"/>
          <p:nvPr/>
        </p:nvSpPr>
        <p:spPr>
          <a:xfrm>
            <a:off x="8033655" y="2543626"/>
            <a:ext cx="3918857" cy="32932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b="1">
                <a:latin typeface="Times New Roman"/>
                <a:cs typeface="Times New Roman"/>
              </a:rPr>
              <a:t>Distributed-Fast Architecture</a:t>
            </a:r>
            <a:endParaRPr lang="en-US" sz="1600">
              <a:latin typeface="Times New Roman"/>
              <a:cs typeface="Times New Roman"/>
            </a:endParaRPr>
          </a:p>
          <a:p>
            <a:r>
              <a:rPr lang="en-US" sz="1600" b="1">
                <a:latin typeface="Times New Roman"/>
                <a:ea typeface="+mn-lt"/>
                <a:cs typeface="Times New Roman"/>
              </a:rPr>
              <a:t>Additional Cost</a:t>
            </a:r>
            <a:endParaRPr lang="en-US" sz="1600">
              <a:latin typeface="Times New Roman"/>
              <a:cs typeface="Times New Roman"/>
            </a:endParaRPr>
          </a:p>
          <a:p>
            <a:pPr marL="285750" indent="-285750">
              <a:buFont typeface="Arial"/>
              <a:buChar char="•"/>
            </a:pPr>
            <a:r>
              <a:rPr lang="en-US" sz="1600">
                <a:latin typeface="Times New Roman"/>
                <a:ea typeface="+mn-lt"/>
                <a:cs typeface="Times New Roman"/>
              </a:rPr>
              <a:t>Bell-pair generation </a:t>
            </a:r>
          </a:p>
          <a:p>
            <a:pPr marL="285750" indent="-285750">
              <a:buFont typeface="Arial"/>
              <a:buChar char="•"/>
            </a:pPr>
            <a:r>
              <a:rPr lang="en-US" sz="1600">
                <a:latin typeface="Times New Roman"/>
                <a:ea typeface="+mn-lt"/>
                <a:cs typeface="Times New Roman"/>
              </a:rPr>
              <a:t>Teleportation </a:t>
            </a:r>
            <a:endParaRPr lang="en-US" sz="1600">
              <a:latin typeface="Times New Roman"/>
              <a:cs typeface="Times New Roman"/>
            </a:endParaRPr>
          </a:p>
          <a:p>
            <a:pPr marL="285750" indent="-285750">
              <a:buFont typeface="Arial"/>
              <a:buChar char="•"/>
            </a:pPr>
            <a:r>
              <a:rPr lang="en-US" sz="1600">
                <a:latin typeface="Times New Roman"/>
                <a:ea typeface="+mn-lt"/>
                <a:cs typeface="Times New Roman"/>
              </a:rPr>
              <a:t>Classical communication </a:t>
            </a:r>
            <a:endParaRPr lang="en-US" sz="1600">
              <a:latin typeface="Times New Roman"/>
              <a:cs typeface="Times New Roman"/>
            </a:endParaRPr>
          </a:p>
          <a:p>
            <a:r>
              <a:rPr lang="en-US" sz="1600" b="1">
                <a:latin typeface="Times New Roman"/>
                <a:ea typeface="+mn-lt"/>
                <a:cs typeface="Times New Roman"/>
              </a:rPr>
              <a:t>Compensating Advantages</a:t>
            </a:r>
            <a:endParaRPr lang="en-US" sz="1600">
              <a:latin typeface="Times New Roman"/>
              <a:cs typeface="Times New Roman"/>
            </a:endParaRPr>
          </a:p>
          <a:p>
            <a:pPr marL="285750" indent="-285750">
              <a:buFont typeface="Arial"/>
              <a:buChar char="•"/>
            </a:pPr>
            <a:r>
              <a:rPr lang="en-US" sz="1600">
                <a:latin typeface="Times New Roman"/>
                <a:ea typeface="+mn-lt"/>
                <a:cs typeface="Times New Roman"/>
              </a:rPr>
              <a:t>Eliminates long SWAP chains </a:t>
            </a:r>
          </a:p>
          <a:p>
            <a:pPr marL="285750" indent="-285750">
              <a:buFont typeface="Arial"/>
              <a:buChar char="•"/>
            </a:pPr>
            <a:r>
              <a:rPr lang="en-US" sz="1600">
                <a:latin typeface="Times New Roman"/>
                <a:ea typeface="+mn-lt"/>
                <a:cs typeface="Times New Roman"/>
              </a:rPr>
              <a:t>Reduces routing overhead </a:t>
            </a:r>
          </a:p>
          <a:p>
            <a:pPr marL="285750" indent="-285750">
              <a:buFont typeface="Arial"/>
              <a:buChar char="•"/>
            </a:pPr>
            <a:r>
              <a:rPr lang="en-US" sz="1600">
                <a:latin typeface="Times New Roman"/>
                <a:ea typeface="+mn-lt"/>
                <a:cs typeface="Times New Roman"/>
              </a:rPr>
              <a:t>Shortens execution depth </a:t>
            </a:r>
          </a:p>
          <a:p>
            <a:pPr marL="285750" indent="-285750">
              <a:buFont typeface="Arial"/>
              <a:buChar char="•"/>
            </a:pPr>
            <a:r>
              <a:rPr lang="en-US" sz="1600">
                <a:latin typeface="Times New Roman"/>
                <a:ea typeface="+mn-lt"/>
                <a:cs typeface="Times New Roman"/>
              </a:rPr>
              <a:t>Reduces idle-time decoherence </a:t>
            </a:r>
            <a:endParaRPr lang="en-US" sz="1600">
              <a:latin typeface="Times New Roman"/>
              <a:cs typeface="Times New Roman"/>
            </a:endParaRPr>
          </a:p>
          <a:p>
            <a:pPr marL="285750" indent="-285750">
              <a:buFont typeface="Arial"/>
              <a:buChar char="•"/>
            </a:pPr>
            <a:r>
              <a:rPr lang="en-US" sz="1600">
                <a:latin typeface="Times New Roman"/>
                <a:ea typeface="+mn-lt"/>
                <a:cs typeface="Times New Roman"/>
              </a:rPr>
              <a:t>High-rate pre-generated Bell pairs hide communication latency</a:t>
            </a:r>
            <a:endParaRPr lang="en-US" sz="1600">
              <a:latin typeface="Times New Roman"/>
              <a:cs typeface="Times New Roman"/>
            </a:endParaRPr>
          </a:p>
          <a:p>
            <a:endParaRPr lang="en-US" sz="1600" b="1" dirty="0">
              <a:latin typeface="Times New Roman"/>
              <a:cs typeface="Times New Roman"/>
            </a:endParaRPr>
          </a:p>
        </p:txBody>
      </p:sp>
    </p:spTree>
    <p:extLst>
      <p:ext uri="{BB962C8B-B14F-4D97-AF65-F5344CB8AC3E}">
        <p14:creationId xmlns:p14="http://schemas.microsoft.com/office/powerpoint/2010/main" val="13522013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1AFA2-07D3-A40B-D1A7-6C8DF5DA3E5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4E1A0DD-3018-3B0D-E535-D5CC73F8153D}"/>
              </a:ext>
            </a:extLst>
          </p:cNvPr>
          <p:cNvSpPr txBox="1"/>
          <p:nvPr/>
        </p:nvSpPr>
        <p:spPr>
          <a:xfrm>
            <a:off x="1560288" y="-3628"/>
            <a:ext cx="8955312"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solidFill>
                  <a:srgbClr val="000000"/>
                </a:solidFill>
                <a:latin typeface="Times New Roman"/>
                <a:ea typeface="+mn-lt"/>
                <a:cs typeface="Times New Roman"/>
              </a:rPr>
              <a:t>If Direct Performs So Well… Why Not Use Direct? </a:t>
            </a:r>
            <a:endParaRPr lang="en-US">
              <a:latin typeface="Times New Roman"/>
              <a:cs typeface="Times New Roman"/>
            </a:endParaRPr>
          </a:p>
        </p:txBody>
      </p:sp>
      <p:sp>
        <p:nvSpPr>
          <p:cNvPr id="6" name="TextBox 5">
            <a:extLst>
              <a:ext uri="{FF2B5EF4-FFF2-40B4-BE49-F238E27FC236}">
                <a16:creationId xmlns:a16="http://schemas.microsoft.com/office/drawing/2014/main" id="{65945BFC-B898-F717-E00A-5CDD00194339}"/>
              </a:ext>
            </a:extLst>
          </p:cNvPr>
          <p:cNvSpPr txBox="1"/>
          <p:nvPr/>
        </p:nvSpPr>
        <p:spPr>
          <a:xfrm>
            <a:off x="-1" y="6549571"/>
            <a:ext cx="12206514"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i="1" dirty="0">
                <a:solidFill>
                  <a:srgbClr val="000000"/>
                </a:solidFill>
                <a:latin typeface="Times New Roman"/>
                <a:ea typeface="+mn-lt"/>
                <a:cs typeface="Times New Roman"/>
              </a:rPr>
              <a:t>Direct is excellent for small – medium systems but the distributed fast is the architecture for the future large scale robust </a:t>
            </a:r>
            <a:r>
              <a:rPr lang="en-US" sz="1400" i="1">
                <a:solidFill>
                  <a:srgbClr val="000000"/>
                </a:solidFill>
                <a:latin typeface="Times New Roman"/>
                <a:ea typeface="+mn-lt"/>
                <a:cs typeface="Times New Roman"/>
              </a:rPr>
              <a:t>quantum</a:t>
            </a:r>
            <a:r>
              <a:rPr lang="en-US" sz="1400" i="1" dirty="0">
                <a:solidFill>
                  <a:srgbClr val="000000"/>
                </a:solidFill>
                <a:latin typeface="Times New Roman"/>
                <a:ea typeface="+mn-lt"/>
                <a:cs typeface="Times New Roman"/>
              </a:rPr>
              <a:t> computing. </a:t>
            </a:r>
            <a:endParaRPr lang="en-US" dirty="0"/>
          </a:p>
        </p:txBody>
      </p:sp>
      <p:pic>
        <p:nvPicPr>
          <p:cNvPr id="3" name="Picture 2">
            <a:extLst>
              <a:ext uri="{FF2B5EF4-FFF2-40B4-BE49-F238E27FC236}">
                <a16:creationId xmlns:a16="http://schemas.microsoft.com/office/drawing/2014/main" id="{FC9C3A85-0C44-7358-5F0F-73A4B791A149}"/>
              </a:ext>
            </a:extLst>
          </p:cNvPr>
          <p:cNvPicPr>
            <a:picLocks noChangeAspect="1"/>
          </p:cNvPicPr>
          <p:nvPr/>
        </p:nvPicPr>
        <p:blipFill>
          <a:blip r:embed="rId2"/>
          <a:srcRect l="423" t="15254" r="-212" b="9322"/>
          <a:stretch>
            <a:fillRect/>
          </a:stretch>
        </p:blipFill>
        <p:spPr>
          <a:xfrm>
            <a:off x="967015" y="972457"/>
            <a:ext cx="10265130" cy="5172558"/>
          </a:xfrm>
          <a:prstGeom prst="rect">
            <a:avLst/>
          </a:prstGeom>
        </p:spPr>
      </p:pic>
    </p:spTree>
    <p:extLst>
      <p:ext uri="{BB962C8B-B14F-4D97-AF65-F5344CB8AC3E}">
        <p14:creationId xmlns:p14="http://schemas.microsoft.com/office/powerpoint/2010/main" val="38107751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51101-0B12-696E-D81C-10FE662D825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B14F84D-46A5-BD6D-C547-95B437F882D7}"/>
              </a:ext>
            </a:extLst>
          </p:cNvPr>
          <p:cNvSpPr txBox="1"/>
          <p:nvPr/>
        </p:nvSpPr>
        <p:spPr>
          <a:xfrm>
            <a:off x="3679374" y="-3628"/>
            <a:ext cx="4659084"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solidFill>
                  <a:srgbClr val="000000"/>
                </a:solidFill>
                <a:latin typeface="Times New Roman"/>
                <a:ea typeface="+mn-lt"/>
                <a:cs typeface="Times New Roman"/>
              </a:rPr>
              <a:t>Physical Scalability Limits</a:t>
            </a:r>
            <a:endParaRPr lang="en-US"/>
          </a:p>
        </p:txBody>
      </p:sp>
      <p:sp>
        <p:nvSpPr>
          <p:cNvPr id="6" name="TextBox 5">
            <a:extLst>
              <a:ext uri="{FF2B5EF4-FFF2-40B4-BE49-F238E27FC236}">
                <a16:creationId xmlns:a16="http://schemas.microsoft.com/office/drawing/2014/main" id="{62664F13-4F0D-34B5-3478-6108E0284630}"/>
              </a:ext>
            </a:extLst>
          </p:cNvPr>
          <p:cNvSpPr txBox="1"/>
          <p:nvPr/>
        </p:nvSpPr>
        <p:spPr>
          <a:xfrm>
            <a:off x="-1" y="6549571"/>
            <a:ext cx="12206514"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i="1" dirty="0">
                <a:solidFill>
                  <a:srgbClr val="000000"/>
                </a:solidFill>
                <a:latin typeface="Times New Roman"/>
                <a:ea typeface="+mn-lt"/>
                <a:cs typeface="Times New Roman"/>
              </a:rPr>
              <a:t>Distributed systems overcome physical limits and enable </a:t>
            </a:r>
            <a:r>
              <a:rPr lang="en-US" sz="1400" i="1">
                <a:solidFill>
                  <a:srgbClr val="000000"/>
                </a:solidFill>
                <a:latin typeface="Times New Roman"/>
                <a:ea typeface="+mn-lt"/>
                <a:cs typeface="Times New Roman"/>
              </a:rPr>
              <a:t>scalable quantum computing. </a:t>
            </a:r>
            <a:endParaRPr lang="en-US"/>
          </a:p>
        </p:txBody>
      </p:sp>
      <p:pic>
        <p:nvPicPr>
          <p:cNvPr id="4" name="Picture 3">
            <a:extLst>
              <a:ext uri="{FF2B5EF4-FFF2-40B4-BE49-F238E27FC236}">
                <a16:creationId xmlns:a16="http://schemas.microsoft.com/office/drawing/2014/main" id="{CCDB23F4-EE77-EAA9-AFC5-5A507253F888}"/>
              </a:ext>
            </a:extLst>
          </p:cNvPr>
          <p:cNvPicPr>
            <a:picLocks noChangeAspect="1"/>
          </p:cNvPicPr>
          <p:nvPr/>
        </p:nvPicPr>
        <p:blipFill>
          <a:blip r:embed="rId2"/>
          <a:srcRect t="10688" r="-71" b="8429"/>
          <a:stretch>
            <a:fillRect/>
          </a:stretch>
        </p:blipFill>
        <p:spPr>
          <a:xfrm>
            <a:off x="945243" y="660400"/>
            <a:ext cx="10294262" cy="5546950"/>
          </a:xfrm>
          <a:prstGeom prst="rect">
            <a:avLst/>
          </a:prstGeom>
        </p:spPr>
      </p:pic>
    </p:spTree>
    <p:extLst>
      <p:ext uri="{BB962C8B-B14F-4D97-AF65-F5344CB8AC3E}">
        <p14:creationId xmlns:p14="http://schemas.microsoft.com/office/powerpoint/2010/main" val="14845980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BB2E13-CC2F-324E-9AE1-DEA2CA7D8D6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37668A6-90F0-3B01-F0A5-BE8178800D61}"/>
              </a:ext>
            </a:extLst>
          </p:cNvPr>
          <p:cNvSpPr txBox="1"/>
          <p:nvPr/>
        </p:nvSpPr>
        <p:spPr>
          <a:xfrm>
            <a:off x="3599546" y="-3628"/>
            <a:ext cx="5667826"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solidFill>
                  <a:srgbClr val="000000"/>
                </a:solidFill>
                <a:latin typeface="Times New Roman"/>
                <a:ea typeface="+mn-lt"/>
                <a:cs typeface="Times New Roman"/>
              </a:rPr>
              <a:t>Why Distributed Is the Future</a:t>
            </a:r>
            <a:endParaRPr lang="en-US">
              <a:latin typeface="Times New Roman"/>
              <a:cs typeface="Times New Roman"/>
            </a:endParaRPr>
          </a:p>
        </p:txBody>
      </p:sp>
      <p:sp>
        <p:nvSpPr>
          <p:cNvPr id="6" name="TextBox 5">
            <a:extLst>
              <a:ext uri="{FF2B5EF4-FFF2-40B4-BE49-F238E27FC236}">
                <a16:creationId xmlns:a16="http://schemas.microsoft.com/office/drawing/2014/main" id="{70F3689A-E1A1-96F7-613B-090E881CDBF9}"/>
              </a:ext>
            </a:extLst>
          </p:cNvPr>
          <p:cNvSpPr txBox="1"/>
          <p:nvPr/>
        </p:nvSpPr>
        <p:spPr>
          <a:xfrm>
            <a:off x="-14515" y="6331857"/>
            <a:ext cx="1220651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i="1">
                <a:solidFill>
                  <a:srgbClr val="000000"/>
                </a:solidFill>
                <a:latin typeface="Times New Roman"/>
                <a:ea typeface="+mn-lt"/>
                <a:cs typeface="Times New Roman"/>
              </a:rPr>
              <a:t>Direct architectures provide excellent performance at today's scales, whereas distributed architectures are designed to sustain comparable performance as quantum systems expand to thousands or millions of qubits</a:t>
            </a:r>
            <a:endParaRPr lang="en-US" i="1">
              <a:latin typeface="Times New Roman"/>
              <a:cs typeface="Times New Roman"/>
            </a:endParaRPr>
          </a:p>
        </p:txBody>
      </p:sp>
      <p:sp>
        <p:nvSpPr>
          <p:cNvPr id="8" name="TextBox 7">
            <a:extLst>
              <a:ext uri="{FF2B5EF4-FFF2-40B4-BE49-F238E27FC236}">
                <a16:creationId xmlns:a16="http://schemas.microsoft.com/office/drawing/2014/main" id="{FA46CE19-A4E6-217F-AB9C-DFE3291574F8}"/>
              </a:ext>
            </a:extLst>
          </p:cNvPr>
          <p:cNvSpPr txBox="1"/>
          <p:nvPr/>
        </p:nvSpPr>
        <p:spPr>
          <a:xfrm>
            <a:off x="116112" y="758371"/>
            <a:ext cx="4847773"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latin typeface="Times New Roman"/>
                <a:ea typeface="+mn-lt"/>
                <a:cs typeface="Times New Roman"/>
              </a:rPr>
              <a:t>While the </a:t>
            </a:r>
            <a:r>
              <a:rPr lang="en-US" sz="1400" b="1">
                <a:latin typeface="Times New Roman"/>
                <a:ea typeface="+mn-lt"/>
                <a:cs typeface="Times New Roman"/>
              </a:rPr>
              <a:t>Direct architecture</a:t>
            </a:r>
            <a:r>
              <a:rPr lang="en-US" sz="1400">
                <a:latin typeface="Times New Roman"/>
                <a:ea typeface="+mn-lt"/>
                <a:cs typeface="Times New Roman"/>
              </a:rPr>
              <a:t> achieves competitive logical error for small- to medium-scale systems, its scalability is fundamentally constrained by the physical limitations of a single quantum processor.</a:t>
            </a:r>
            <a:endParaRPr lang="en-US">
              <a:latin typeface="Times New Roman"/>
              <a:ea typeface="+mn-lt"/>
              <a:cs typeface="Times New Roman"/>
            </a:endParaRPr>
          </a:p>
        </p:txBody>
      </p:sp>
      <p:sp>
        <p:nvSpPr>
          <p:cNvPr id="10" name="TextBox 9">
            <a:extLst>
              <a:ext uri="{FF2B5EF4-FFF2-40B4-BE49-F238E27FC236}">
                <a16:creationId xmlns:a16="http://schemas.microsoft.com/office/drawing/2014/main" id="{F090B395-23E8-FDA0-C038-731820F7CDB5}"/>
              </a:ext>
            </a:extLst>
          </p:cNvPr>
          <p:cNvSpPr txBox="1"/>
          <p:nvPr/>
        </p:nvSpPr>
        <p:spPr>
          <a:xfrm>
            <a:off x="116113" y="5185227"/>
            <a:ext cx="4949372"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i="0" u="none" strike="noStrike" baseline="0" dirty="0">
                <a:solidFill>
                  <a:srgbClr val="000000"/>
                </a:solidFill>
                <a:latin typeface="Times New Roman"/>
                <a:ea typeface="Segoe UI"/>
                <a:cs typeface="Segoe UI"/>
              </a:rPr>
              <a:t>Distributed quantum computing</a:t>
            </a:r>
            <a:r>
              <a:rPr lang="en-US" sz="1400" b="0" i="0" u="none" strike="noStrike" baseline="0" dirty="0">
                <a:solidFill>
                  <a:srgbClr val="000000"/>
                </a:solidFill>
                <a:latin typeface="Times New Roman"/>
                <a:ea typeface="Segoe UI"/>
                <a:cs typeface="Segoe UI"/>
              </a:rPr>
              <a:t> addresses these limitations </a:t>
            </a:r>
            <a:r>
              <a:rPr lang="en-US" sz="1400">
                <a:solidFill>
                  <a:srgbClr val="000000"/>
                </a:solidFill>
                <a:latin typeface="Times New Roman"/>
                <a:ea typeface="Segoe UI"/>
                <a:cs typeface="Segoe UI"/>
              </a:rPr>
              <a:t>through modular</a:t>
            </a:r>
            <a:r>
              <a:rPr lang="en-US" sz="1400" b="0" i="0" u="none" strike="noStrike" baseline="0" dirty="0">
                <a:solidFill>
                  <a:srgbClr val="000000"/>
                </a:solidFill>
                <a:latin typeface="Times New Roman"/>
                <a:ea typeface="Segoe UI"/>
                <a:cs typeface="Segoe UI"/>
              </a:rPr>
              <a:t> </a:t>
            </a:r>
            <a:r>
              <a:rPr lang="en-US" sz="1400" b="0" i="0" u="none" strike="noStrike" baseline="0">
                <a:solidFill>
                  <a:srgbClr val="000000"/>
                </a:solidFill>
                <a:latin typeface="Times New Roman"/>
                <a:ea typeface="Segoe UI"/>
                <a:cs typeface="Segoe UI"/>
              </a:rPr>
              <a:t>design and high-speed quantum interconnects, providing </a:t>
            </a:r>
            <a:r>
              <a:rPr lang="en-US" sz="1400" dirty="0">
                <a:solidFill>
                  <a:srgbClr val="000000"/>
                </a:solidFill>
                <a:latin typeface="Times New Roman"/>
                <a:ea typeface="Segoe UI"/>
                <a:cs typeface="Segoe UI"/>
              </a:rPr>
              <a:t>a practical</a:t>
            </a:r>
            <a:r>
              <a:rPr lang="en-US" sz="1400" b="0" i="0" u="none" strike="noStrike" baseline="0" dirty="0">
                <a:solidFill>
                  <a:srgbClr val="000000"/>
                </a:solidFill>
                <a:latin typeface="Times New Roman"/>
                <a:ea typeface="Segoe UI"/>
                <a:cs typeface="Segoe UI"/>
              </a:rPr>
              <a:t> pathway toward large-scale fault-tolerant </a:t>
            </a:r>
            <a:r>
              <a:rPr lang="en-US" sz="1400" b="0" i="0" u="none" strike="noStrike" baseline="0">
                <a:solidFill>
                  <a:srgbClr val="000000"/>
                </a:solidFill>
                <a:latin typeface="Times New Roman"/>
                <a:ea typeface="Segoe UI"/>
                <a:cs typeface="Segoe UI"/>
              </a:rPr>
              <a:t>quantum computing.</a:t>
            </a:r>
            <a:r>
              <a:rPr sz="1400" b="0" i="0">
                <a:solidFill>
                  <a:srgbClr val="000000"/>
                </a:solidFill>
                <a:latin typeface="Times New Roman"/>
                <a:ea typeface="Times New Roman"/>
                <a:cs typeface="Times New Roman"/>
              </a:rPr>
              <a:t>​</a:t>
            </a:r>
            <a:endParaRPr lang="en-US"/>
          </a:p>
        </p:txBody>
      </p:sp>
      <p:graphicFrame>
        <p:nvGraphicFramePr>
          <p:cNvPr id="12" name="Table 11">
            <a:extLst>
              <a:ext uri="{FF2B5EF4-FFF2-40B4-BE49-F238E27FC236}">
                <a16:creationId xmlns:a16="http://schemas.microsoft.com/office/drawing/2014/main" id="{E505443B-E8BF-C2D9-3E3F-96AA9CBE5E50}"/>
              </a:ext>
            </a:extLst>
          </p:cNvPr>
          <p:cNvGraphicFramePr>
            <a:graphicFrameLocks noGrp="1"/>
          </p:cNvGraphicFramePr>
          <p:nvPr>
            <p:extLst>
              <p:ext uri="{D42A27DB-BD31-4B8C-83A1-F6EECF244321}">
                <p14:modId xmlns:p14="http://schemas.microsoft.com/office/powerpoint/2010/main" val="740904925"/>
              </p:ext>
            </p:extLst>
          </p:nvPr>
        </p:nvGraphicFramePr>
        <p:xfrm>
          <a:off x="5312228" y="1487714"/>
          <a:ext cx="6572224" cy="4063268"/>
        </p:xfrm>
        <a:graphic>
          <a:graphicData uri="http://schemas.openxmlformats.org/drawingml/2006/table">
            <a:tbl>
              <a:tblPr bandRow="1">
                <a:tableStyleId>{B301B821-A1FF-4177-AEE7-76D212191A09}</a:tableStyleId>
              </a:tblPr>
              <a:tblGrid>
                <a:gridCol w="3255689">
                  <a:extLst>
                    <a:ext uri="{9D8B030D-6E8A-4147-A177-3AD203B41FA5}">
                      <a16:colId xmlns:a16="http://schemas.microsoft.com/office/drawing/2014/main" val="1231791957"/>
                    </a:ext>
                  </a:extLst>
                </a:gridCol>
                <a:gridCol w="3316535">
                  <a:extLst>
                    <a:ext uri="{9D8B030D-6E8A-4147-A177-3AD203B41FA5}">
                      <a16:colId xmlns:a16="http://schemas.microsoft.com/office/drawing/2014/main" val="2028383481"/>
                    </a:ext>
                  </a:extLst>
                </a:gridCol>
              </a:tblGrid>
              <a:tr h="337635">
                <a:tc>
                  <a:txBody>
                    <a:bodyPr/>
                    <a:lstStyle/>
                    <a:p>
                      <a:pPr algn="ctr">
                        <a:buNone/>
                      </a:pPr>
                      <a:r>
                        <a:rPr lang="en-US" sz="1400" b="1">
                          <a:latin typeface="Times New Roman"/>
                          <a:cs typeface="Times New Roman"/>
                        </a:rPr>
                        <a:t>Direct Architecture</a:t>
                      </a:r>
                    </a:p>
                  </a:txBody>
                  <a:tcPr anchor="ctr"/>
                </a:tc>
                <a:tc>
                  <a:txBody>
                    <a:bodyPr/>
                    <a:lstStyle/>
                    <a:p>
                      <a:pPr algn="ctr">
                        <a:buNone/>
                      </a:pPr>
                      <a:r>
                        <a:rPr lang="en-US" sz="1400" b="1">
                          <a:latin typeface="Times New Roman"/>
                          <a:cs typeface="Times New Roman"/>
                        </a:rPr>
                        <a:t>Distributed-Fast Architecture</a:t>
                      </a:r>
                    </a:p>
                  </a:txBody>
                  <a:tcPr anchor="ctr"/>
                </a:tc>
                <a:extLst>
                  <a:ext uri="{0D108BD9-81ED-4DB2-BD59-A6C34878D82A}">
                    <a16:rowId xmlns:a16="http://schemas.microsoft.com/office/drawing/2014/main" val="1484218309"/>
                  </a:ext>
                </a:extLst>
              </a:tr>
              <a:tr h="500631">
                <a:tc>
                  <a:txBody>
                    <a:bodyPr/>
                    <a:lstStyle/>
                    <a:p>
                      <a:pPr algn="ctr">
                        <a:buNone/>
                      </a:pPr>
                      <a:r>
                        <a:rPr lang="en-US" sz="1400">
                          <a:latin typeface="Times New Roman"/>
                          <a:cs typeface="Times New Roman"/>
                        </a:rPr>
                        <a:t>Single large quantum processor</a:t>
                      </a:r>
                    </a:p>
                  </a:txBody>
                  <a:tcPr anchor="ctr"/>
                </a:tc>
                <a:tc>
                  <a:txBody>
                    <a:bodyPr/>
                    <a:lstStyle/>
                    <a:p>
                      <a:pPr algn="ctr">
                        <a:buNone/>
                      </a:pPr>
                      <a:r>
                        <a:rPr lang="en-US" sz="1400">
                          <a:latin typeface="Times New Roman"/>
                          <a:cs typeface="Times New Roman"/>
                        </a:rPr>
                        <a:t>Multiple modular quantum processors</a:t>
                      </a:r>
                    </a:p>
                  </a:txBody>
                  <a:tcPr anchor="ctr"/>
                </a:tc>
                <a:extLst>
                  <a:ext uri="{0D108BD9-81ED-4DB2-BD59-A6C34878D82A}">
                    <a16:rowId xmlns:a16="http://schemas.microsoft.com/office/drawing/2014/main" val="1905311777"/>
                  </a:ext>
                </a:extLst>
              </a:tr>
              <a:tr h="593773">
                <a:tc>
                  <a:txBody>
                    <a:bodyPr/>
                    <a:lstStyle/>
                    <a:p>
                      <a:pPr algn="ctr">
                        <a:buNone/>
                      </a:pPr>
                      <a:r>
                        <a:rPr lang="en-US" sz="1400">
                          <a:latin typeface="Times New Roman"/>
                          <a:cs typeface="Times New Roman"/>
                        </a:rPr>
                        <a:t>Wiring and control complexity increase rapidly</a:t>
                      </a:r>
                    </a:p>
                  </a:txBody>
                  <a:tcPr anchor="ctr"/>
                </a:tc>
                <a:tc>
                  <a:txBody>
                    <a:bodyPr/>
                    <a:lstStyle/>
                    <a:p>
                      <a:pPr algn="ctr">
                        <a:buNone/>
                      </a:pPr>
                      <a:r>
                        <a:rPr lang="en-US" sz="1400">
                          <a:latin typeface="Times New Roman"/>
                          <a:cs typeface="Times New Roman"/>
                        </a:rPr>
                        <a:t>Complexity distributed across modules</a:t>
                      </a:r>
                    </a:p>
                  </a:txBody>
                  <a:tcPr anchor="ctr"/>
                </a:tc>
                <a:extLst>
                  <a:ext uri="{0D108BD9-81ED-4DB2-BD59-A6C34878D82A}">
                    <a16:rowId xmlns:a16="http://schemas.microsoft.com/office/drawing/2014/main" val="4047672205"/>
                  </a:ext>
                </a:extLst>
              </a:tr>
              <a:tr h="593773">
                <a:tc>
                  <a:txBody>
                    <a:bodyPr/>
                    <a:lstStyle/>
                    <a:p>
                      <a:pPr algn="ctr">
                        <a:buNone/>
                      </a:pPr>
                      <a:r>
                        <a:rPr lang="en-US" sz="1400">
                          <a:latin typeface="Times New Roman"/>
                          <a:cs typeface="Times New Roman"/>
                        </a:rPr>
                        <a:t>Calibration becomes increasingly difficult</a:t>
                      </a:r>
                    </a:p>
                  </a:txBody>
                  <a:tcPr anchor="ctr"/>
                </a:tc>
                <a:tc>
                  <a:txBody>
                    <a:bodyPr/>
                    <a:lstStyle/>
                    <a:p>
                      <a:pPr algn="ctr">
                        <a:buNone/>
                      </a:pPr>
                      <a:r>
                        <a:rPr lang="en-US" sz="1400">
                          <a:latin typeface="Times New Roman"/>
                          <a:cs typeface="Times New Roman"/>
                        </a:rPr>
                        <a:t>Individual modules calibrated independently</a:t>
                      </a:r>
                    </a:p>
                  </a:txBody>
                  <a:tcPr anchor="ctr"/>
                </a:tc>
                <a:extLst>
                  <a:ext uri="{0D108BD9-81ED-4DB2-BD59-A6C34878D82A}">
                    <a16:rowId xmlns:a16="http://schemas.microsoft.com/office/drawing/2014/main" val="3102030096"/>
                  </a:ext>
                </a:extLst>
              </a:tr>
              <a:tr h="593773">
                <a:tc>
                  <a:txBody>
                    <a:bodyPr/>
                    <a:lstStyle/>
                    <a:p>
                      <a:pPr algn="ctr">
                        <a:buNone/>
                      </a:pPr>
                      <a:r>
                        <a:rPr lang="en-US" sz="1400">
                          <a:latin typeface="Times New Roman"/>
                          <a:cs typeface="Times New Roman"/>
                        </a:rPr>
                        <a:t>Hardware failure affects the entire processor</a:t>
                      </a:r>
                    </a:p>
                  </a:txBody>
                  <a:tcPr anchor="ctr"/>
                </a:tc>
                <a:tc>
                  <a:txBody>
                    <a:bodyPr/>
                    <a:lstStyle/>
                    <a:p>
                      <a:pPr algn="ctr">
                        <a:buNone/>
                      </a:pPr>
                      <a:r>
                        <a:rPr lang="en-US" sz="1400">
                          <a:latin typeface="Times New Roman"/>
                          <a:cs typeface="Times New Roman"/>
                        </a:rPr>
                        <a:t>Faults isolated to individual modules</a:t>
                      </a:r>
                    </a:p>
                  </a:txBody>
                  <a:tcPr anchor="ctr"/>
                </a:tc>
                <a:extLst>
                  <a:ext uri="{0D108BD9-81ED-4DB2-BD59-A6C34878D82A}">
                    <a16:rowId xmlns:a16="http://schemas.microsoft.com/office/drawing/2014/main" val="2588552703"/>
                  </a:ext>
                </a:extLst>
              </a:tr>
              <a:tr h="593773">
                <a:tc>
                  <a:txBody>
                    <a:bodyPr/>
                    <a:lstStyle/>
                    <a:p>
                      <a:pPr algn="ctr">
                        <a:buNone/>
                      </a:pPr>
                      <a:r>
                        <a:rPr lang="en-US" sz="1400">
                          <a:latin typeface="Times New Roman"/>
                          <a:cs typeface="Times New Roman"/>
                        </a:rPr>
                        <a:t>Limited physical expansion</a:t>
                      </a:r>
                    </a:p>
                  </a:txBody>
                  <a:tcPr anchor="ctr"/>
                </a:tc>
                <a:tc>
                  <a:txBody>
                    <a:bodyPr/>
                    <a:lstStyle/>
                    <a:p>
                      <a:pPr algn="ctr">
                        <a:buNone/>
                      </a:pPr>
                      <a:r>
                        <a:rPr lang="en-US" sz="1400">
                          <a:latin typeface="Times New Roman"/>
                          <a:cs typeface="Times New Roman"/>
                        </a:rPr>
                        <a:t>Modular expansion by adding new QPUs</a:t>
                      </a:r>
                    </a:p>
                  </a:txBody>
                  <a:tcPr anchor="ctr"/>
                </a:tc>
                <a:extLst>
                  <a:ext uri="{0D108BD9-81ED-4DB2-BD59-A6C34878D82A}">
                    <a16:rowId xmlns:a16="http://schemas.microsoft.com/office/drawing/2014/main" val="2803814143"/>
                  </a:ext>
                </a:extLst>
              </a:tr>
              <a:tr h="849910">
                <a:tc>
                  <a:txBody>
                    <a:bodyPr/>
                    <a:lstStyle/>
                    <a:p>
                      <a:pPr algn="ctr">
                        <a:buNone/>
                      </a:pPr>
                      <a:r>
                        <a:rPr lang="en-US" sz="1400">
                          <a:latin typeface="Times New Roman"/>
                          <a:cs typeface="Times New Roman"/>
                        </a:rPr>
                        <a:t>Performance improvements rely mainly on local hardware</a:t>
                      </a:r>
                    </a:p>
                  </a:txBody>
                  <a:tcPr anchor="ctr"/>
                </a:tc>
                <a:tc>
                  <a:txBody>
                    <a:bodyPr/>
                    <a:lstStyle/>
                    <a:p>
                      <a:pPr algn="ctr">
                        <a:buNone/>
                      </a:pPr>
                      <a:r>
                        <a:rPr lang="en-US" sz="1400">
                          <a:latin typeface="Times New Roman"/>
                          <a:cs typeface="Times New Roman"/>
                        </a:rPr>
                        <a:t>Can exploit future advances in photonic networking and quantum communication</a:t>
                      </a:r>
                    </a:p>
                  </a:txBody>
                  <a:tcPr anchor="ctr"/>
                </a:tc>
                <a:extLst>
                  <a:ext uri="{0D108BD9-81ED-4DB2-BD59-A6C34878D82A}">
                    <a16:rowId xmlns:a16="http://schemas.microsoft.com/office/drawing/2014/main" val="1999835614"/>
                  </a:ext>
                </a:extLst>
              </a:tr>
            </a:tbl>
          </a:graphicData>
        </a:graphic>
      </p:graphicFrame>
      <p:sp>
        <p:nvSpPr>
          <p:cNvPr id="13" name="TextBox 12">
            <a:extLst>
              <a:ext uri="{FF2B5EF4-FFF2-40B4-BE49-F238E27FC236}">
                <a16:creationId xmlns:a16="http://schemas.microsoft.com/office/drawing/2014/main" id="{C8ED48BF-47D2-14F9-8BA7-4EABD3AEDD32}"/>
              </a:ext>
            </a:extLst>
          </p:cNvPr>
          <p:cNvSpPr txBox="1"/>
          <p:nvPr/>
        </p:nvSpPr>
        <p:spPr>
          <a:xfrm>
            <a:off x="116112" y="2180770"/>
            <a:ext cx="4949372"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latin typeface="Times New Roman"/>
                <a:cs typeface="Times New Roman"/>
              </a:rPr>
              <a:t>Why Distributed Architectures Are Preferred</a:t>
            </a:r>
          </a:p>
          <a:p>
            <a:pPr marL="285750" indent="-285750">
              <a:buFont typeface="Arial"/>
              <a:buChar char="•"/>
            </a:pPr>
            <a:r>
              <a:rPr lang="en-US" sz="1400" b="1">
                <a:solidFill>
                  <a:srgbClr val="000000"/>
                </a:solidFill>
                <a:latin typeface="Times New Roman"/>
                <a:ea typeface="+mn-lt"/>
                <a:cs typeface="Times New Roman"/>
              </a:rPr>
              <a:t>Modular fabrication</a:t>
            </a:r>
            <a:r>
              <a:rPr lang="en-US" sz="1400">
                <a:solidFill>
                  <a:srgbClr val="000000"/>
                </a:solidFill>
                <a:latin typeface="Times New Roman"/>
                <a:ea typeface="+mn-lt"/>
                <a:cs typeface="Times New Roman"/>
              </a:rPr>
              <a:t> simplifies manufacturing </a:t>
            </a:r>
            <a:r>
              <a:rPr lang="en-US" sz="1400" b="0" i="0" u="none" strike="noStrike" baseline="0">
                <a:solidFill>
                  <a:srgbClr val="000000"/>
                </a:solidFill>
                <a:latin typeface="Times New Roman"/>
                <a:ea typeface="+mn-lt"/>
                <a:cs typeface="Times New Roman"/>
              </a:rPr>
              <a:t>and </a:t>
            </a:r>
            <a:r>
              <a:rPr lang="en-US" sz="1400">
                <a:solidFill>
                  <a:srgbClr val="000000"/>
                </a:solidFill>
                <a:latin typeface="Times New Roman"/>
                <a:ea typeface="+mn-lt"/>
                <a:cs typeface="Times New Roman"/>
              </a:rPr>
              <a:t>improves device yield. </a:t>
            </a:r>
            <a:endParaRPr lang="en-US" sz="1400">
              <a:latin typeface="Times New Roman"/>
              <a:cs typeface="Times New Roman"/>
            </a:endParaRPr>
          </a:p>
          <a:p>
            <a:pPr marL="285750" indent="-285750">
              <a:buFont typeface="Arial"/>
              <a:buChar char="•"/>
            </a:pPr>
            <a:r>
              <a:rPr lang="en-US" sz="1400" b="1">
                <a:solidFill>
                  <a:srgbClr val="000000"/>
                </a:solidFill>
                <a:latin typeface="Times New Roman"/>
                <a:ea typeface="+mn-lt"/>
                <a:cs typeface="Times New Roman"/>
              </a:rPr>
              <a:t>Independent calibration</a:t>
            </a:r>
            <a:r>
              <a:rPr lang="en-US" sz="1400">
                <a:solidFill>
                  <a:srgbClr val="000000"/>
                </a:solidFill>
                <a:latin typeface="Times New Roman"/>
                <a:ea typeface="+mn-lt"/>
                <a:cs typeface="Times New Roman"/>
              </a:rPr>
              <a:t> allows each QPU to be optimized separately. </a:t>
            </a:r>
            <a:endParaRPr lang="en-US" sz="1400">
              <a:latin typeface="Times New Roman"/>
              <a:cs typeface="Times New Roman"/>
            </a:endParaRPr>
          </a:p>
          <a:p>
            <a:pPr marL="285750" indent="-285750">
              <a:buFont typeface="Arial"/>
              <a:buChar char="•"/>
            </a:pPr>
            <a:r>
              <a:rPr lang="en-US" sz="1400" b="1">
                <a:solidFill>
                  <a:srgbClr val="000000"/>
                </a:solidFill>
                <a:latin typeface="Times New Roman"/>
                <a:ea typeface="+mn-lt"/>
                <a:cs typeface="Times New Roman"/>
              </a:rPr>
              <a:t>Fault isolation</a:t>
            </a:r>
            <a:r>
              <a:rPr lang="en-US" sz="1400">
                <a:solidFill>
                  <a:srgbClr val="000000"/>
                </a:solidFill>
                <a:latin typeface="Times New Roman"/>
                <a:ea typeface="+mn-lt"/>
                <a:cs typeface="Times New Roman"/>
              </a:rPr>
              <a:t> confines hardware failures to individual modules, improving reliability. </a:t>
            </a:r>
            <a:endParaRPr lang="en-US" sz="1400">
              <a:latin typeface="Times New Roman"/>
              <a:cs typeface="Times New Roman"/>
            </a:endParaRPr>
          </a:p>
          <a:p>
            <a:pPr marL="285750" indent="-285750">
              <a:buFont typeface="Arial"/>
              <a:buChar char="•"/>
            </a:pPr>
            <a:r>
              <a:rPr lang="en-US" sz="1400" b="1">
                <a:solidFill>
                  <a:srgbClr val="000000"/>
                </a:solidFill>
                <a:latin typeface="Times New Roman"/>
                <a:ea typeface="+mn-lt"/>
                <a:cs typeface="Times New Roman"/>
              </a:rPr>
              <a:t>Incremental scalability</a:t>
            </a:r>
            <a:r>
              <a:rPr lang="en-US" sz="1400">
                <a:solidFill>
                  <a:srgbClr val="000000"/>
                </a:solidFill>
                <a:latin typeface="Times New Roman"/>
                <a:ea typeface="+mn-lt"/>
                <a:cs typeface="Times New Roman"/>
              </a:rPr>
              <a:t> enables additional QPUs to be integrated without redesigning the existing processor. </a:t>
            </a:r>
            <a:endParaRPr lang="en-US" sz="1400">
              <a:latin typeface="Times New Roman"/>
              <a:cs typeface="Times New Roman"/>
            </a:endParaRPr>
          </a:p>
          <a:p>
            <a:pPr marL="285750" indent="-285750">
              <a:buFont typeface="Arial"/>
              <a:buChar char="•"/>
            </a:pPr>
            <a:r>
              <a:rPr lang="en-US" sz="1400" b="1">
                <a:solidFill>
                  <a:srgbClr val="000000"/>
                </a:solidFill>
                <a:latin typeface="Times New Roman"/>
                <a:ea typeface="+mn-lt"/>
                <a:cs typeface="Times New Roman"/>
              </a:rPr>
              <a:t>Future compatibility</a:t>
            </a:r>
            <a:r>
              <a:rPr lang="en-US" sz="1400">
                <a:solidFill>
                  <a:srgbClr val="000000"/>
                </a:solidFill>
                <a:latin typeface="Times New Roman"/>
                <a:ea typeface="+mn-lt"/>
                <a:cs typeface="Times New Roman"/>
              </a:rPr>
              <a:t> with high-fidelity photonic </a:t>
            </a:r>
            <a:r>
              <a:rPr lang="en-US" sz="1400" b="0" i="0" u="none" strike="noStrike" baseline="0">
                <a:solidFill>
                  <a:srgbClr val="000000"/>
                </a:solidFill>
                <a:latin typeface="Times New Roman"/>
                <a:ea typeface="+mn-lt"/>
                <a:cs typeface="Times New Roman"/>
              </a:rPr>
              <a:t>interconnects, </a:t>
            </a:r>
            <a:r>
              <a:rPr lang="en-US" sz="1400">
                <a:solidFill>
                  <a:srgbClr val="000000"/>
                </a:solidFill>
                <a:latin typeface="Times New Roman"/>
                <a:ea typeface="+mn-lt"/>
                <a:cs typeface="Times New Roman"/>
              </a:rPr>
              <a:t>multiplexing, and quantum repeaters provides a clear roadmap for continued performance improvements</a:t>
            </a:r>
            <a:r>
              <a:rPr lang="en-US" sz="1400" b="0" i="0" u="none" strike="noStrike" baseline="0">
                <a:solidFill>
                  <a:srgbClr val="000000"/>
                </a:solidFill>
                <a:latin typeface="Times New Roman"/>
                <a:ea typeface="+mn-lt"/>
                <a:cs typeface="Times New Roman"/>
              </a:rPr>
              <a:t>.</a:t>
            </a:r>
            <a:r>
              <a:rPr lang="en-US" sz="1400">
                <a:solidFill>
                  <a:srgbClr val="000000"/>
                </a:solidFill>
                <a:latin typeface="Times New Roman"/>
                <a:ea typeface="+mn-lt"/>
                <a:cs typeface="Times New Roman"/>
              </a:rPr>
              <a:t> </a:t>
            </a:r>
            <a:endParaRPr lang="en-US">
              <a:latin typeface="Times New Roman"/>
              <a:cs typeface="Times New Roman"/>
            </a:endParaRPr>
          </a:p>
        </p:txBody>
      </p:sp>
    </p:spTree>
    <p:extLst>
      <p:ext uri="{BB962C8B-B14F-4D97-AF65-F5344CB8AC3E}">
        <p14:creationId xmlns:p14="http://schemas.microsoft.com/office/powerpoint/2010/main" val="11756135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163232-7988-1DA5-C80C-C869FC1B929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88E9596-B5A3-AB59-162E-0677919A65D2}"/>
              </a:ext>
            </a:extLst>
          </p:cNvPr>
          <p:cNvSpPr txBox="1"/>
          <p:nvPr/>
        </p:nvSpPr>
        <p:spPr>
          <a:xfrm>
            <a:off x="1393375" y="-3628"/>
            <a:ext cx="939073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solidFill>
                  <a:srgbClr val="000000"/>
                </a:solidFill>
                <a:latin typeface="Times New Roman"/>
                <a:ea typeface="+mn-lt"/>
                <a:cs typeface="Times New Roman"/>
              </a:rPr>
              <a:t>Future Improvements Benefit Only Distributed Systems</a:t>
            </a:r>
            <a:endParaRPr lang="en-US">
              <a:latin typeface="Times New Roman"/>
              <a:cs typeface="Times New Roman"/>
            </a:endParaRPr>
          </a:p>
        </p:txBody>
      </p:sp>
      <p:sp>
        <p:nvSpPr>
          <p:cNvPr id="6" name="TextBox 5">
            <a:extLst>
              <a:ext uri="{FF2B5EF4-FFF2-40B4-BE49-F238E27FC236}">
                <a16:creationId xmlns:a16="http://schemas.microsoft.com/office/drawing/2014/main" id="{6675A4D3-463F-184C-0944-1846DD28BEBC}"/>
              </a:ext>
            </a:extLst>
          </p:cNvPr>
          <p:cNvSpPr txBox="1"/>
          <p:nvPr/>
        </p:nvSpPr>
        <p:spPr>
          <a:xfrm>
            <a:off x="-14515" y="6121400"/>
            <a:ext cx="12206514"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i="1">
                <a:solidFill>
                  <a:srgbClr val="000000"/>
                </a:solidFill>
                <a:latin typeface="Times New Roman"/>
                <a:ea typeface="+mn-lt"/>
                <a:cs typeface="Times New Roman"/>
              </a:rPr>
              <a:t>Advances in quantum networking continuously improve distributed architectures by reducing communication overhead, whereas direct architectures remain constrained by the physical limits of a single quantum processor. Consequently, distributed quantum computing provides a more sustainable pathway toward large-scale, fault-tolerant quantum systems.</a:t>
            </a:r>
            <a:endParaRPr lang="en-US" i="1">
              <a:latin typeface="Times New Roman"/>
              <a:cs typeface="Times New Roman"/>
            </a:endParaRPr>
          </a:p>
        </p:txBody>
      </p:sp>
      <p:sp>
        <p:nvSpPr>
          <p:cNvPr id="13" name="TextBox 12">
            <a:extLst>
              <a:ext uri="{FF2B5EF4-FFF2-40B4-BE49-F238E27FC236}">
                <a16:creationId xmlns:a16="http://schemas.microsoft.com/office/drawing/2014/main" id="{FE790AEA-9643-20DF-7A60-51A56296B274}"/>
              </a:ext>
            </a:extLst>
          </p:cNvPr>
          <p:cNvSpPr txBox="1"/>
          <p:nvPr/>
        </p:nvSpPr>
        <p:spPr>
          <a:xfrm>
            <a:off x="319312" y="1542141"/>
            <a:ext cx="4949372" cy="30162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Times New Roman"/>
                <a:cs typeface="Times New Roman"/>
              </a:rPr>
              <a:t>Why Direct Architectures Do Not Benefit Similarly</a:t>
            </a:r>
            <a:endParaRPr lang="en-US">
              <a:latin typeface="Times New Roman"/>
              <a:cs typeface="Times New Roman"/>
            </a:endParaRPr>
          </a:p>
          <a:p>
            <a:r>
              <a:rPr lang="en-US" sz="1400">
                <a:solidFill>
                  <a:srgbClr val="000000"/>
                </a:solidFill>
                <a:latin typeface="Times New Roman"/>
                <a:ea typeface="+mn-lt"/>
                <a:cs typeface="Times New Roman"/>
              </a:rPr>
              <a:t>Direct (monolithic) architectures are fundamentally limited by on-chip physical constraints, including:</a:t>
            </a:r>
            <a:endParaRPr lang="en-US">
              <a:latin typeface="Times New Roman"/>
              <a:cs typeface="Times New Roman"/>
            </a:endParaRPr>
          </a:p>
          <a:p>
            <a:pPr marL="285750" indent="-285750">
              <a:buFont typeface="Arial"/>
              <a:buChar char="•"/>
            </a:pPr>
            <a:r>
              <a:rPr lang="en-US" sz="1400">
                <a:solidFill>
                  <a:srgbClr val="000000"/>
                </a:solidFill>
                <a:latin typeface="Times New Roman"/>
                <a:ea typeface="+mn-lt"/>
                <a:cs typeface="Times New Roman"/>
              </a:rPr>
              <a:t>Wiring congestion </a:t>
            </a:r>
            <a:endParaRPr lang="en-US">
              <a:latin typeface="Times New Roman"/>
              <a:cs typeface="Times New Roman"/>
            </a:endParaRPr>
          </a:p>
          <a:p>
            <a:pPr marL="285750" indent="-285750">
              <a:buFont typeface="Arial"/>
              <a:buChar char="•"/>
            </a:pPr>
            <a:r>
              <a:rPr lang="en-US" sz="1400">
                <a:solidFill>
                  <a:srgbClr val="000000"/>
                </a:solidFill>
                <a:latin typeface="Times New Roman"/>
                <a:ea typeface="+mn-lt"/>
                <a:cs typeface="Times New Roman"/>
              </a:rPr>
              <a:t>Control electronics complexity </a:t>
            </a:r>
            <a:endParaRPr lang="en-US">
              <a:latin typeface="Times New Roman"/>
              <a:cs typeface="Times New Roman"/>
            </a:endParaRPr>
          </a:p>
          <a:p>
            <a:pPr marL="285750" indent="-285750">
              <a:buFont typeface="Arial"/>
              <a:buChar char="•"/>
            </a:pPr>
            <a:r>
              <a:rPr lang="en-US" sz="1400">
                <a:solidFill>
                  <a:srgbClr val="000000"/>
                </a:solidFill>
                <a:latin typeface="Times New Roman"/>
                <a:ea typeface="+mn-lt"/>
                <a:cs typeface="Times New Roman"/>
              </a:rPr>
              <a:t>Frequency crowding </a:t>
            </a:r>
            <a:endParaRPr lang="en-US">
              <a:latin typeface="Times New Roman"/>
              <a:cs typeface="Times New Roman"/>
            </a:endParaRPr>
          </a:p>
          <a:p>
            <a:pPr marL="285750" indent="-285750">
              <a:buFont typeface="Arial"/>
              <a:buChar char="•"/>
            </a:pPr>
            <a:r>
              <a:rPr lang="en-US" sz="1400">
                <a:solidFill>
                  <a:srgbClr val="000000"/>
                </a:solidFill>
                <a:latin typeface="Times New Roman"/>
                <a:ea typeface="+mn-lt"/>
                <a:cs typeface="Times New Roman"/>
              </a:rPr>
              <a:t>Crosstalk </a:t>
            </a:r>
            <a:endParaRPr lang="en-US">
              <a:latin typeface="Times New Roman"/>
              <a:cs typeface="Times New Roman"/>
            </a:endParaRPr>
          </a:p>
          <a:p>
            <a:pPr marL="285750" indent="-285750">
              <a:buFont typeface="Arial"/>
              <a:buChar char="•"/>
            </a:pPr>
            <a:r>
              <a:rPr lang="en-US" sz="1400">
                <a:solidFill>
                  <a:srgbClr val="000000"/>
                </a:solidFill>
                <a:latin typeface="Times New Roman"/>
                <a:ea typeface="+mn-lt"/>
                <a:cs typeface="Times New Roman"/>
              </a:rPr>
              <a:t>Fabrication yield limitations </a:t>
            </a:r>
            <a:endParaRPr lang="en-US">
              <a:latin typeface="Times New Roman"/>
              <a:cs typeface="Times New Roman"/>
            </a:endParaRPr>
          </a:p>
          <a:p>
            <a:pPr marL="285750" indent="-285750">
              <a:buFont typeface="Arial"/>
              <a:buChar char="•"/>
            </a:pPr>
            <a:r>
              <a:rPr lang="en-US" sz="1400">
                <a:solidFill>
                  <a:srgbClr val="000000"/>
                </a:solidFill>
                <a:latin typeface="Times New Roman"/>
                <a:ea typeface="+mn-lt"/>
                <a:cs typeface="Times New Roman"/>
              </a:rPr>
              <a:t>Calibration overhead </a:t>
            </a:r>
            <a:endParaRPr lang="en-US">
              <a:latin typeface="Times New Roman"/>
              <a:cs typeface="Times New Roman"/>
            </a:endParaRPr>
          </a:p>
          <a:p>
            <a:r>
              <a:rPr lang="en-US" sz="1400">
                <a:solidFill>
                  <a:srgbClr val="000000"/>
                </a:solidFill>
                <a:latin typeface="Times New Roman"/>
                <a:ea typeface="+mn-lt"/>
                <a:cs typeface="Times New Roman"/>
              </a:rPr>
              <a:t>These limitations are </a:t>
            </a:r>
            <a:r>
              <a:rPr lang="en-US" sz="1400" b="1">
                <a:solidFill>
                  <a:srgbClr val="000000"/>
                </a:solidFill>
                <a:latin typeface="Times New Roman"/>
                <a:ea typeface="+mn-lt"/>
                <a:cs typeface="Times New Roman"/>
              </a:rPr>
              <a:t>intrinsic to the processor</a:t>
            </a:r>
            <a:r>
              <a:rPr lang="en-US" sz="1400">
                <a:solidFill>
                  <a:srgbClr val="000000"/>
                </a:solidFill>
                <a:latin typeface="Times New Roman"/>
                <a:ea typeface="+mn-lt"/>
                <a:cs typeface="Times New Roman"/>
              </a:rPr>
              <a:t> and cannot be significantly alleviated by advances in quantum networking technologies</a:t>
            </a:r>
            <a:r>
              <a:rPr lang="en-US" sz="1400" b="0" i="0" u="none" strike="noStrike" baseline="0">
                <a:solidFill>
                  <a:srgbClr val="000000"/>
                </a:solidFill>
                <a:latin typeface="Times New Roman"/>
                <a:ea typeface="+mn-lt"/>
                <a:cs typeface="Times New Roman"/>
              </a:rPr>
              <a:t>.</a:t>
            </a:r>
            <a:r>
              <a:rPr lang="en-US" sz="1400">
                <a:solidFill>
                  <a:srgbClr val="000000"/>
                </a:solidFill>
                <a:latin typeface="Times New Roman"/>
                <a:ea typeface="+mn-lt"/>
                <a:cs typeface="Times New Roman"/>
              </a:rPr>
              <a:t> </a:t>
            </a:r>
            <a:endParaRPr lang="en-US">
              <a:latin typeface="Times New Roman"/>
              <a:ea typeface="+mn-lt"/>
              <a:cs typeface="Times New Roman"/>
            </a:endParaRPr>
          </a:p>
        </p:txBody>
      </p:sp>
      <p:graphicFrame>
        <p:nvGraphicFramePr>
          <p:cNvPr id="4" name="Table 3">
            <a:extLst>
              <a:ext uri="{FF2B5EF4-FFF2-40B4-BE49-F238E27FC236}">
                <a16:creationId xmlns:a16="http://schemas.microsoft.com/office/drawing/2014/main" id="{7D51A625-2BAB-3FE8-EDEC-EB2537252455}"/>
              </a:ext>
            </a:extLst>
          </p:cNvPr>
          <p:cNvGraphicFramePr>
            <a:graphicFrameLocks noGrp="1"/>
          </p:cNvGraphicFramePr>
          <p:nvPr>
            <p:extLst>
              <p:ext uri="{D42A27DB-BD31-4B8C-83A1-F6EECF244321}">
                <p14:modId xmlns:p14="http://schemas.microsoft.com/office/powerpoint/2010/main" val="1769592091"/>
              </p:ext>
            </p:extLst>
          </p:nvPr>
        </p:nvGraphicFramePr>
        <p:xfrm>
          <a:off x="5537199" y="1059542"/>
          <a:ext cx="6201832" cy="4744006"/>
        </p:xfrm>
        <a:graphic>
          <a:graphicData uri="http://schemas.openxmlformats.org/drawingml/2006/table">
            <a:tbl>
              <a:tblPr bandRow="1">
                <a:tableStyleId>{0505E3EF-67EA-436B-97B2-0124C06EBD24}</a:tableStyleId>
              </a:tblPr>
              <a:tblGrid>
                <a:gridCol w="3100916">
                  <a:extLst>
                    <a:ext uri="{9D8B030D-6E8A-4147-A177-3AD203B41FA5}">
                      <a16:colId xmlns:a16="http://schemas.microsoft.com/office/drawing/2014/main" val="510421070"/>
                    </a:ext>
                  </a:extLst>
                </a:gridCol>
                <a:gridCol w="3100916">
                  <a:extLst>
                    <a:ext uri="{9D8B030D-6E8A-4147-A177-3AD203B41FA5}">
                      <a16:colId xmlns:a16="http://schemas.microsoft.com/office/drawing/2014/main" val="546046838"/>
                    </a:ext>
                  </a:extLst>
                </a:gridCol>
              </a:tblGrid>
              <a:tr h="425512">
                <a:tc>
                  <a:txBody>
                    <a:bodyPr/>
                    <a:lstStyle/>
                    <a:p>
                      <a:pPr algn="ctr">
                        <a:buNone/>
                      </a:pPr>
                      <a:r>
                        <a:rPr lang="en-US" b="1">
                          <a:latin typeface="Times New Roman"/>
                          <a:cs typeface="Times New Roman"/>
                        </a:rPr>
                        <a:t>Technology</a:t>
                      </a:r>
                    </a:p>
                  </a:txBody>
                  <a:tcPr anchor="ctr"/>
                </a:tc>
                <a:tc>
                  <a:txBody>
                    <a:bodyPr/>
                    <a:lstStyle/>
                    <a:p>
                      <a:pPr algn="ctr">
                        <a:buNone/>
                      </a:pPr>
                      <a:r>
                        <a:rPr lang="en-US" b="1">
                          <a:latin typeface="Times New Roman"/>
                          <a:cs typeface="Times New Roman"/>
                        </a:rPr>
                        <a:t>Expected Impact</a:t>
                      </a:r>
                    </a:p>
                  </a:txBody>
                  <a:tcPr anchor="ctr"/>
                </a:tc>
                <a:extLst>
                  <a:ext uri="{0D108BD9-81ED-4DB2-BD59-A6C34878D82A}">
                    <a16:rowId xmlns:a16="http://schemas.microsoft.com/office/drawing/2014/main" val="2818363539"/>
                  </a:ext>
                </a:extLst>
              </a:tr>
              <a:tr h="1000528">
                <a:tc>
                  <a:txBody>
                    <a:bodyPr/>
                    <a:lstStyle/>
                    <a:p>
                      <a:pPr algn="ctr">
                        <a:buNone/>
                      </a:pPr>
                      <a:r>
                        <a:rPr lang="en-US">
                          <a:latin typeface="Times New Roman"/>
                          <a:cs typeface="Times New Roman"/>
                        </a:rPr>
                        <a:t>High-rate Bell-pair generation</a:t>
                      </a:r>
                    </a:p>
                  </a:txBody>
                  <a:tcPr anchor="ctr"/>
                </a:tc>
                <a:tc>
                  <a:txBody>
                    <a:bodyPr/>
                    <a:lstStyle/>
                    <a:p>
                      <a:pPr algn="ctr">
                        <a:buNone/>
                      </a:pPr>
                      <a:r>
                        <a:rPr lang="en-US">
                          <a:latin typeface="Times New Roman"/>
                          <a:cs typeface="Times New Roman"/>
                        </a:rPr>
                        <a:t>Reduces entanglement generation latency and communication waiting time</a:t>
                      </a:r>
                    </a:p>
                  </a:txBody>
                  <a:tcPr anchor="ctr"/>
                </a:tc>
                <a:extLst>
                  <a:ext uri="{0D108BD9-81ED-4DB2-BD59-A6C34878D82A}">
                    <a16:rowId xmlns:a16="http://schemas.microsoft.com/office/drawing/2014/main" val="1842731409"/>
                  </a:ext>
                </a:extLst>
              </a:tr>
              <a:tr h="701519">
                <a:tc>
                  <a:txBody>
                    <a:bodyPr/>
                    <a:lstStyle/>
                    <a:p>
                      <a:pPr algn="ctr">
                        <a:buNone/>
                      </a:pPr>
                      <a:r>
                        <a:rPr lang="en-US">
                          <a:latin typeface="Times New Roman"/>
                          <a:cs typeface="Times New Roman"/>
                        </a:rPr>
                        <a:t>Photonic Integrated Circuits (PICs)</a:t>
                      </a:r>
                    </a:p>
                  </a:txBody>
                  <a:tcPr anchor="ctr"/>
                </a:tc>
                <a:tc>
                  <a:txBody>
                    <a:bodyPr/>
                    <a:lstStyle/>
                    <a:p>
                      <a:pPr algn="ctr">
                        <a:buNone/>
                      </a:pPr>
                      <a:r>
                        <a:rPr lang="en-US">
                          <a:latin typeface="Times New Roman"/>
                          <a:cs typeface="Times New Roman"/>
                        </a:rPr>
                        <a:t>Enable compact, low-loss, high-bandwidth optical interconnects</a:t>
                      </a:r>
                    </a:p>
                  </a:txBody>
                  <a:tcPr anchor="ctr"/>
                </a:tc>
                <a:extLst>
                  <a:ext uri="{0D108BD9-81ED-4DB2-BD59-A6C34878D82A}">
                    <a16:rowId xmlns:a16="http://schemas.microsoft.com/office/drawing/2014/main" val="445253584"/>
                  </a:ext>
                </a:extLst>
              </a:tr>
              <a:tr h="701519">
                <a:tc>
                  <a:txBody>
                    <a:bodyPr/>
                    <a:lstStyle/>
                    <a:p>
                      <a:pPr algn="ctr">
                        <a:buNone/>
                      </a:pPr>
                      <a:r>
                        <a:rPr lang="en-US">
                          <a:latin typeface="Times New Roman"/>
                          <a:cs typeface="Times New Roman"/>
                        </a:rPr>
                        <a:t>Quantum Repeaters</a:t>
                      </a:r>
                    </a:p>
                  </a:txBody>
                  <a:tcPr anchor="ctr"/>
                </a:tc>
                <a:tc>
                  <a:txBody>
                    <a:bodyPr/>
                    <a:lstStyle/>
                    <a:p>
                      <a:pPr algn="ctr">
                        <a:buNone/>
                      </a:pPr>
                      <a:r>
                        <a:rPr lang="en-US">
                          <a:latin typeface="Times New Roman"/>
                          <a:cs typeface="Times New Roman"/>
                        </a:rPr>
                        <a:t>Extend reliable long-distance entanglement distribution</a:t>
                      </a:r>
                    </a:p>
                  </a:txBody>
                  <a:tcPr anchor="ctr"/>
                </a:tc>
                <a:extLst>
                  <a:ext uri="{0D108BD9-81ED-4DB2-BD59-A6C34878D82A}">
                    <a16:rowId xmlns:a16="http://schemas.microsoft.com/office/drawing/2014/main" val="2801588102"/>
                  </a:ext>
                </a:extLst>
              </a:tr>
              <a:tr h="1000528">
                <a:tc>
                  <a:txBody>
                    <a:bodyPr/>
                    <a:lstStyle/>
                    <a:p>
                      <a:pPr algn="ctr">
                        <a:buNone/>
                      </a:pPr>
                      <a:r>
                        <a:rPr lang="en-US">
                          <a:latin typeface="Times New Roman"/>
                          <a:cs typeface="Times New Roman"/>
                        </a:rPr>
                        <a:t>Frequency/Time Multiplexing (FDM/TDM)</a:t>
                      </a:r>
                    </a:p>
                  </a:txBody>
                  <a:tcPr anchor="ctr"/>
                </a:tc>
                <a:tc>
                  <a:txBody>
                    <a:bodyPr/>
                    <a:lstStyle/>
                    <a:p>
                      <a:pPr algn="ctr">
                        <a:buNone/>
                      </a:pPr>
                      <a:r>
                        <a:rPr lang="en-US">
                          <a:latin typeface="Times New Roman"/>
                          <a:cs typeface="Times New Roman"/>
                        </a:rPr>
                        <a:t>Increase communication parallelism and improve channel utilization</a:t>
                      </a:r>
                    </a:p>
                  </a:txBody>
                  <a:tcPr anchor="ctr"/>
                </a:tc>
                <a:extLst>
                  <a:ext uri="{0D108BD9-81ED-4DB2-BD59-A6C34878D82A}">
                    <a16:rowId xmlns:a16="http://schemas.microsoft.com/office/drawing/2014/main" val="2070407623"/>
                  </a:ext>
                </a:extLst>
              </a:tr>
              <a:tr h="701519">
                <a:tc>
                  <a:txBody>
                    <a:bodyPr/>
                    <a:lstStyle/>
                    <a:p>
                      <a:pPr algn="ctr">
                        <a:buNone/>
                      </a:pPr>
                      <a:r>
                        <a:rPr lang="en-US">
                          <a:latin typeface="Times New Roman"/>
                          <a:cs typeface="Times New Roman"/>
                        </a:rPr>
                        <a:t>Intelligent Routing &amp; Scheduling</a:t>
                      </a:r>
                    </a:p>
                  </a:txBody>
                  <a:tcPr anchor="ctr"/>
                </a:tc>
                <a:tc>
                  <a:txBody>
                    <a:bodyPr/>
                    <a:lstStyle/>
                    <a:p>
                      <a:pPr algn="ctr">
                        <a:buNone/>
                      </a:pPr>
                      <a:r>
                        <a:rPr lang="en-US">
                          <a:latin typeface="Times New Roman"/>
                          <a:cs typeface="Times New Roman"/>
                        </a:rPr>
                        <a:t>Minimize congestion, queueing delays, and routing overhead</a:t>
                      </a:r>
                    </a:p>
                  </a:txBody>
                  <a:tcPr anchor="ctr"/>
                </a:tc>
                <a:extLst>
                  <a:ext uri="{0D108BD9-81ED-4DB2-BD59-A6C34878D82A}">
                    <a16:rowId xmlns:a16="http://schemas.microsoft.com/office/drawing/2014/main" val="1049721419"/>
                  </a:ext>
                </a:extLst>
              </a:tr>
            </a:tbl>
          </a:graphicData>
        </a:graphic>
      </p:graphicFrame>
    </p:spTree>
    <p:extLst>
      <p:ext uri="{BB962C8B-B14F-4D97-AF65-F5344CB8AC3E}">
        <p14:creationId xmlns:p14="http://schemas.microsoft.com/office/powerpoint/2010/main" val="17997393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24C73-6810-64B7-3E1F-B1058792B8D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A5E2DBA-0028-40B7-3B06-8584049A1706}"/>
              </a:ext>
            </a:extLst>
          </p:cNvPr>
          <p:cNvSpPr txBox="1"/>
          <p:nvPr/>
        </p:nvSpPr>
        <p:spPr>
          <a:xfrm>
            <a:off x="4891318" y="-3628"/>
            <a:ext cx="2409367"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solidFill>
                  <a:srgbClr val="000000"/>
                </a:solidFill>
                <a:latin typeface="Times New Roman"/>
                <a:ea typeface="+mn-lt"/>
                <a:cs typeface="Times New Roman"/>
              </a:rPr>
              <a:t>Key Findings</a:t>
            </a:r>
            <a:endParaRPr lang="en-US"/>
          </a:p>
        </p:txBody>
      </p:sp>
      <p:sp>
        <p:nvSpPr>
          <p:cNvPr id="6" name="TextBox 5">
            <a:extLst>
              <a:ext uri="{FF2B5EF4-FFF2-40B4-BE49-F238E27FC236}">
                <a16:creationId xmlns:a16="http://schemas.microsoft.com/office/drawing/2014/main" id="{F5F9A337-7B92-0238-85E8-79C10C49BF20}"/>
              </a:ext>
            </a:extLst>
          </p:cNvPr>
          <p:cNvSpPr txBox="1"/>
          <p:nvPr/>
        </p:nvSpPr>
        <p:spPr>
          <a:xfrm>
            <a:off x="-14515" y="6121400"/>
            <a:ext cx="12206514"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i="1">
                <a:solidFill>
                  <a:srgbClr val="000000"/>
                </a:solidFill>
                <a:latin typeface="Times New Roman"/>
                <a:ea typeface="+mn-lt"/>
                <a:cs typeface="Times New Roman"/>
              </a:rPr>
              <a:t>The results demonstrate that optimized distributed quantum computing does not outperform direct architectures by eliminating communication overhead, but by balancing communication, routing, and execution depth. As communication technologies mature, modular distributed architectures provide the most practical route toward scalable fault-tolerant quantum computing.</a:t>
            </a:r>
            <a:r>
              <a:rPr lang="en-US" sz="1400" i="1" dirty="0">
                <a:solidFill>
                  <a:srgbClr val="000000"/>
                </a:solidFill>
                <a:latin typeface="Times New Roman"/>
                <a:ea typeface="+mn-lt"/>
                <a:cs typeface="Times New Roman"/>
              </a:rPr>
              <a:t> </a:t>
            </a:r>
            <a:endParaRPr lang="en-US" sz="1400" i="1">
              <a:latin typeface="Times New Roman"/>
              <a:cs typeface="Times New Roman"/>
            </a:endParaRPr>
          </a:p>
        </p:txBody>
      </p:sp>
      <p:sp>
        <p:nvSpPr>
          <p:cNvPr id="9" name="TextBox 8">
            <a:extLst>
              <a:ext uri="{FF2B5EF4-FFF2-40B4-BE49-F238E27FC236}">
                <a16:creationId xmlns:a16="http://schemas.microsoft.com/office/drawing/2014/main" id="{58B8F7CD-290E-01ED-46F9-AA4F576AA313}"/>
              </a:ext>
            </a:extLst>
          </p:cNvPr>
          <p:cNvSpPr txBox="1"/>
          <p:nvPr/>
        </p:nvSpPr>
        <p:spPr>
          <a:xfrm>
            <a:off x="6908797" y="954312"/>
            <a:ext cx="4949372"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b="1">
                <a:latin typeface="Times New Roman"/>
                <a:cs typeface="Times New Roman"/>
              </a:rPr>
              <a:t>Teleportation Is More Efficient Than Long SWAP Chains</a:t>
            </a:r>
            <a:endParaRPr lang="en-US" sz="1400">
              <a:latin typeface="Times New Roman"/>
              <a:cs typeface="Times New Roman"/>
            </a:endParaRPr>
          </a:p>
          <a:p>
            <a:r>
              <a:rPr lang="en-US" sz="1400">
                <a:latin typeface="Times New Roman"/>
                <a:ea typeface="+mn-lt"/>
                <a:cs typeface="Times New Roman"/>
              </a:rPr>
              <a:t>Although teleportation introduces communication operations, it replaces long sequences of SWAP gates required in monolithic or direct architectures. The resulting reduction in two-qubit operations and idle time compensates for communication overhead, leading to comparable or lower logical error rates.</a:t>
            </a:r>
            <a:endParaRPr lang="en-US">
              <a:latin typeface="Times New Roman"/>
              <a:ea typeface="+mn-lt"/>
              <a:cs typeface="Times New Roman"/>
            </a:endParaRPr>
          </a:p>
        </p:txBody>
      </p:sp>
      <p:sp>
        <p:nvSpPr>
          <p:cNvPr id="11" name="TextBox 10">
            <a:extLst>
              <a:ext uri="{FF2B5EF4-FFF2-40B4-BE49-F238E27FC236}">
                <a16:creationId xmlns:a16="http://schemas.microsoft.com/office/drawing/2014/main" id="{9C7E3716-E992-4DA4-FC36-7C639174205E}"/>
              </a:ext>
            </a:extLst>
          </p:cNvPr>
          <p:cNvSpPr txBox="1"/>
          <p:nvPr/>
        </p:nvSpPr>
        <p:spPr>
          <a:xfrm>
            <a:off x="3766454" y="2521854"/>
            <a:ext cx="4441372"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b="1">
                <a:latin typeface="Times New Roman"/>
                <a:cs typeface="Times New Roman"/>
              </a:rPr>
              <a:t>Scalability Is a System-Level Property</a:t>
            </a:r>
            <a:endParaRPr lang="en-US" sz="1400">
              <a:latin typeface="Times New Roman"/>
              <a:cs typeface="Times New Roman"/>
            </a:endParaRPr>
          </a:p>
          <a:p>
            <a:r>
              <a:rPr lang="en-US" sz="1400">
                <a:latin typeface="Times New Roman"/>
                <a:ea typeface="+mn-lt"/>
                <a:cs typeface="Times New Roman"/>
              </a:rPr>
              <a:t>Architecture selection cannot be based solely on logical error. Long-term scalability depends on modularity, communication efficiency, fault isolation, expandability, and maintainability. Distributed architectures provide a practical pathway toward fault-tolerant quantum systems containing thousands to millions of qubits.</a:t>
            </a:r>
          </a:p>
        </p:txBody>
      </p:sp>
      <p:sp>
        <p:nvSpPr>
          <p:cNvPr id="12" name="TextBox 11">
            <a:extLst>
              <a:ext uri="{FF2B5EF4-FFF2-40B4-BE49-F238E27FC236}">
                <a16:creationId xmlns:a16="http://schemas.microsoft.com/office/drawing/2014/main" id="{619DAF72-328D-A91F-92BE-7C054DDCA63A}"/>
              </a:ext>
            </a:extLst>
          </p:cNvPr>
          <p:cNvSpPr txBox="1"/>
          <p:nvPr/>
        </p:nvSpPr>
        <p:spPr>
          <a:xfrm>
            <a:off x="6908796" y="4539340"/>
            <a:ext cx="4949372"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b="1">
                <a:latin typeface="Times New Roman"/>
                <a:cs typeface="Times New Roman"/>
              </a:rPr>
              <a:t>Distributed-Fast Achieves Communication-Scalable Performance</a:t>
            </a:r>
            <a:endParaRPr lang="en-US" sz="1400">
              <a:latin typeface="Times New Roman"/>
              <a:cs typeface="Times New Roman"/>
            </a:endParaRPr>
          </a:p>
          <a:p>
            <a:r>
              <a:rPr lang="en-US" sz="1400">
                <a:latin typeface="Times New Roman"/>
                <a:ea typeface="+mn-lt"/>
                <a:cs typeface="Times New Roman"/>
              </a:rPr>
              <a:t>The Distributed-Fast architecture combines high-fidelity photonic communication, intelligent routing, multiplexing, and scheduling to achieve logical error rates comparable to direct execution while significantly improving scalability and communication efficiency.</a:t>
            </a:r>
          </a:p>
          <a:p>
            <a:pPr algn="ctr"/>
            <a:endParaRPr lang="en-US" sz="1200" b="1" dirty="0">
              <a:latin typeface="Times New Roman"/>
              <a:cs typeface="Times New Roman"/>
            </a:endParaRPr>
          </a:p>
        </p:txBody>
      </p:sp>
      <p:sp>
        <p:nvSpPr>
          <p:cNvPr id="14" name="TextBox 13">
            <a:extLst>
              <a:ext uri="{FF2B5EF4-FFF2-40B4-BE49-F238E27FC236}">
                <a16:creationId xmlns:a16="http://schemas.microsoft.com/office/drawing/2014/main" id="{09A77F33-E35C-BFFA-7014-FCABB6CD55A4}"/>
              </a:ext>
            </a:extLst>
          </p:cNvPr>
          <p:cNvSpPr txBox="1"/>
          <p:nvPr/>
        </p:nvSpPr>
        <p:spPr>
          <a:xfrm>
            <a:off x="275768" y="4430483"/>
            <a:ext cx="4949372"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b="1">
                <a:latin typeface="Times New Roman"/>
                <a:cs typeface="Times New Roman"/>
              </a:rPr>
              <a:t>Logical Error Is Governed by Space–Time Volume</a:t>
            </a:r>
            <a:endParaRPr lang="en-US" sz="1400">
              <a:latin typeface="Times New Roman"/>
              <a:cs typeface="Times New Roman"/>
            </a:endParaRPr>
          </a:p>
          <a:p>
            <a:r>
              <a:rPr lang="en-US" sz="1400">
                <a:latin typeface="Times New Roman"/>
                <a:ea typeface="+mn-lt"/>
                <a:cs typeface="Times New Roman"/>
              </a:rPr>
              <a:t>Logical performance is determined by the combined effect of circuit depth, qubit idle time, routing overhead, and communication fidelity. Consequently, reducing execution depth can offset the additional errors introduced by inter-module communication. </a:t>
            </a:r>
            <a:endParaRPr lang="en-US">
              <a:latin typeface="Times New Roman"/>
              <a:ea typeface="+mn-lt"/>
              <a:cs typeface="Times New Roman"/>
            </a:endParaRPr>
          </a:p>
        </p:txBody>
      </p:sp>
      <p:sp>
        <p:nvSpPr>
          <p:cNvPr id="15" name="TextBox 14">
            <a:extLst>
              <a:ext uri="{FF2B5EF4-FFF2-40B4-BE49-F238E27FC236}">
                <a16:creationId xmlns:a16="http://schemas.microsoft.com/office/drawing/2014/main" id="{193B38FF-C5FD-8BA0-9479-9E23AF2540E1}"/>
              </a:ext>
            </a:extLst>
          </p:cNvPr>
          <p:cNvSpPr txBox="1"/>
          <p:nvPr/>
        </p:nvSpPr>
        <p:spPr>
          <a:xfrm>
            <a:off x="275768" y="954312"/>
            <a:ext cx="4949372" cy="11695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b="1">
                <a:latin typeface="Times New Roman"/>
                <a:cs typeface="Times New Roman"/>
              </a:rPr>
              <a:t>Communication Overhead Can Be Hidden</a:t>
            </a:r>
            <a:endParaRPr lang="en-US" sz="1400">
              <a:latin typeface="Times New Roman"/>
              <a:cs typeface="Times New Roman"/>
            </a:endParaRPr>
          </a:p>
          <a:p>
            <a:r>
              <a:rPr lang="en-US" sz="1400">
                <a:latin typeface="Times New Roman"/>
                <a:ea typeface="+mn-lt"/>
                <a:cs typeface="Times New Roman"/>
              </a:rPr>
              <a:t>Optimized photonic interconnects, pre-generated Bell pairs, and asynchronous communication effectively hide most communication latency, allowing distributed execution to approach the performance of local quantum operations. </a:t>
            </a:r>
            <a:endParaRPr lang="en-US" sz="1400">
              <a:latin typeface="Times New Roman"/>
              <a:cs typeface="Times New Roman"/>
            </a:endParaRPr>
          </a:p>
        </p:txBody>
      </p:sp>
    </p:spTree>
    <p:extLst>
      <p:ext uri="{BB962C8B-B14F-4D97-AF65-F5344CB8AC3E}">
        <p14:creationId xmlns:p14="http://schemas.microsoft.com/office/powerpoint/2010/main" val="24676630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10</Slides>
  <Notes>1</Notes>
  <HiddenSlides>0</HiddenSlide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186</cp:revision>
  <dcterms:created xsi:type="dcterms:W3CDTF">2026-06-27T07:08:58Z</dcterms:created>
  <dcterms:modified xsi:type="dcterms:W3CDTF">2026-06-27T08:34:40Z</dcterms:modified>
</cp:coreProperties>
</file>